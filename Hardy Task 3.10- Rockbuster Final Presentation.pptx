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2" r:id="rId6"/>
    <p:sldId id="270" r:id="rId7"/>
    <p:sldId id="263" r:id="rId8"/>
    <p:sldId id="269" r:id="rId9"/>
    <p:sldId id="265" r:id="rId10"/>
    <p:sldId id="272" r:id="rId11"/>
    <p:sldId id="273" r:id="rId12"/>
    <p:sldId id="275" r:id="rId13"/>
    <p:sldId id="268"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DB77C-B527-4FD3-9399-E8594B9D3BEF}" v="150" dt="2025-10-17T22:28:27.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0" d="100"/>
          <a:sy n="70" d="100"/>
        </p:scale>
        <p:origin x="1166"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ney Hardy" userId="e43d300316c7abc2" providerId="LiveId" clId="{2744D87A-DF3B-4B23-AB0D-55E3A4AC649B}"/>
    <pc:docChg chg="undo redo custSel addSld delSld modSld sldOrd">
      <pc:chgData name="Whitney Hardy" userId="e43d300316c7abc2" providerId="LiveId" clId="{2744D87A-DF3B-4B23-AB0D-55E3A4AC649B}" dt="2025-10-17T22:30:49.460" v="4188" actId="1076"/>
      <pc:docMkLst>
        <pc:docMk/>
      </pc:docMkLst>
      <pc:sldChg chg="addSp modSp mod setBg">
        <pc:chgData name="Whitney Hardy" userId="e43d300316c7abc2" providerId="LiveId" clId="{2744D87A-DF3B-4B23-AB0D-55E3A4AC649B}" dt="2025-10-17T17:26:21.860" v="2163" actId="14100"/>
        <pc:sldMkLst>
          <pc:docMk/>
          <pc:sldMk cId="2877107032" sldId="256"/>
        </pc:sldMkLst>
        <pc:spChg chg="mod">
          <ac:chgData name="Whitney Hardy" userId="e43d300316c7abc2" providerId="LiveId" clId="{2744D87A-DF3B-4B23-AB0D-55E3A4AC649B}" dt="2025-10-17T17:26:21.860" v="2163" actId="14100"/>
          <ac:spMkLst>
            <pc:docMk/>
            <pc:sldMk cId="2877107032" sldId="256"/>
            <ac:spMk id="2" creationId="{5BE2267E-EA07-4966-5296-1E126C7236B8}"/>
          </ac:spMkLst>
        </pc:spChg>
        <pc:spChg chg="mod">
          <ac:chgData name="Whitney Hardy" userId="e43d300316c7abc2" providerId="LiveId" clId="{2744D87A-DF3B-4B23-AB0D-55E3A4AC649B}" dt="2025-10-10T16:02:44.327" v="298" actId="26606"/>
          <ac:spMkLst>
            <pc:docMk/>
            <pc:sldMk cId="2877107032" sldId="256"/>
            <ac:spMk id="3" creationId="{5D2F6088-82DC-4F55-5D1F-333015F9D332}"/>
          </ac:spMkLst>
        </pc:spChg>
        <pc:spChg chg="add">
          <ac:chgData name="Whitney Hardy" userId="e43d300316c7abc2" providerId="LiveId" clId="{2744D87A-DF3B-4B23-AB0D-55E3A4AC649B}" dt="2025-10-10T16:02:44.327" v="298" actId="26606"/>
          <ac:spMkLst>
            <pc:docMk/>
            <pc:sldMk cId="2877107032" sldId="256"/>
            <ac:spMk id="8" creationId="{943CAA20-3569-4189-9E48-239A229A86CA}"/>
          </ac:spMkLst>
        </pc:spChg>
        <pc:spChg chg="add">
          <ac:chgData name="Whitney Hardy" userId="e43d300316c7abc2" providerId="LiveId" clId="{2744D87A-DF3B-4B23-AB0D-55E3A4AC649B}" dt="2025-10-10T16:02:44.327" v="298" actId="26606"/>
          <ac:spMkLst>
            <pc:docMk/>
            <pc:sldMk cId="2877107032" sldId="256"/>
            <ac:spMk id="10" creationId="{DA542B6D-E775-4832-91DC-2D20F857813A}"/>
          </ac:spMkLst>
        </pc:spChg>
      </pc:sldChg>
      <pc:sldChg chg="addSp delSp modSp new mod setBg">
        <pc:chgData name="Whitney Hardy" userId="e43d300316c7abc2" providerId="LiveId" clId="{2744D87A-DF3B-4B23-AB0D-55E3A4AC649B}" dt="2025-10-17T22:30:22.025" v="4184" actId="1076"/>
        <pc:sldMkLst>
          <pc:docMk/>
          <pc:sldMk cId="2672573993" sldId="257"/>
        </pc:sldMkLst>
        <pc:spChg chg="mod">
          <ac:chgData name="Whitney Hardy" userId="e43d300316c7abc2" providerId="LiveId" clId="{2744D87A-DF3B-4B23-AB0D-55E3A4AC649B}" dt="2025-10-10T16:02:55.452" v="301" actId="26606"/>
          <ac:spMkLst>
            <pc:docMk/>
            <pc:sldMk cId="2672573993" sldId="257"/>
            <ac:spMk id="2" creationId="{AF1FE18A-657F-3EE9-34CA-D2EA94ED5EF5}"/>
          </ac:spMkLst>
        </pc:spChg>
        <pc:spChg chg="add">
          <ac:chgData name="Whitney Hardy" userId="e43d300316c7abc2" providerId="LiveId" clId="{2744D87A-DF3B-4B23-AB0D-55E3A4AC649B}" dt="2025-10-10T16:02:55.452" v="301" actId="26606"/>
          <ac:spMkLst>
            <pc:docMk/>
            <pc:sldMk cId="2672573993" sldId="257"/>
            <ac:spMk id="8" creationId="{777A147A-9ED8-46B4-8660-1B3C2AA880B5}"/>
          </ac:spMkLst>
        </pc:spChg>
        <pc:spChg chg="add">
          <ac:chgData name="Whitney Hardy" userId="e43d300316c7abc2" providerId="LiveId" clId="{2744D87A-DF3B-4B23-AB0D-55E3A4AC649B}" dt="2025-10-10T16:02:55.452" v="301" actId="26606"/>
          <ac:spMkLst>
            <pc:docMk/>
            <pc:sldMk cId="2672573993" sldId="257"/>
            <ac:spMk id="10" creationId="{5D6C15A0-C087-4593-8414-2B4EC1CDC3DE}"/>
          </ac:spMkLst>
        </pc:spChg>
        <pc:spChg chg="add del mod">
          <ac:chgData name="Whitney Hardy" userId="e43d300316c7abc2" providerId="LiveId" clId="{2744D87A-DF3B-4B23-AB0D-55E3A4AC649B}" dt="2025-10-17T22:30:13.225" v="4182" actId="26606"/>
          <ac:spMkLst>
            <pc:docMk/>
            <pc:sldMk cId="2672573993" sldId="257"/>
            <ac:spMk id="13" creationId="{106057D7-BFAA-BD6D-A1BE-1E5FD639C672}"/>
          </ac:spMkLst>
        </pc:spChg>
        <pc:graphicFrameChg chg="add mod">
          <ac:chgData name="Whitney Hardy" userId="e43d300316c7abc2" providerId="LiveId" clId="{2744D87A-DF3B-4B23-AB0D-55E3A4AC649B}" dt="2025-10-17T22:30:22.025" v="4184" actId="1076"/>
          <ac:graphicFrameMkLst>
            <pc:docMk/>
            <pc:sldMk cId="2672573993" sldId="257"/>
            <ac:graphicFrameMk id="15" creationId="{4A39F9B9-AADE-35BB-65F4-0B67264DDD86}"/>
          </ac:graphicFrameMkLst>
        </pc:graphicFrameChg>
      </pc:sldChg>
      <pc:sldChg chg="addSp delSp modSp new mod setBg">
        <pc:chgData name="Whitney Hardy" userId="e43d300316c7abc2" providerId="LiveId" clId="{2744D87A-DF3B-4B23-AB0D-55E3A4AC649B}" dt="2025-10-17T22:30:49.460" v="4188" actId="1076"/>
        <pc:sldMkLst>
          <pc:docMk/>
          <pc:sldMk cId="371795386" sldId="258"/>
        </pc:sldMkLst>
        <pc:spChg chg="mod">
          <ac:chgData name="Whitney Hardy" userId="e43d300316c7abc2" providerId="LiveId" clId="{2744D87A-DF3B-4B23-AB0D-55E3A4AC649B}" dt="2025-10-16T23:25:22.906" v="1723" actId="122"/>
          <ac:spMkLst>
            <pc:docMk/>
            <pc:sldMk cId="371795386" sldId="258"/>
            <ac:spMk id="2" creationId="{4A8571FB-9981-C109-F937-1ADB27F037C3}"/>
          </ac:spMkLst>
        </pc:spChg>
        <pc:spChg chg="mod">
          <ac:chgData name="Whitney Hardy" userId="e43d300316c7abc2" providerId="LiveId" clId="{2744D87A-DF3B-4B23-AB0D-55E3A4AC649B}" dt="2025-10-17T22:09:36.924" v="3690" actId="27636"/>
          <ac:spMkLst>
            <pc:docMk/>
            <pc:sldMk cId="371795386" sldId="258"/>
            <ac:spMk id="3" creationId="{FB2D5267-3DEB-FDA1-4F46-8046E10DD965}"/>
          </ac:spMkLst>
        </pc:spChg>
        <pc:spChg chg="add del mod">
          <ac:chgData name="Whitney Hardy" userId="e43d300316c7abc2" providerId="LiveId" clId="{2744D87A-DF3B-4B23-AB0D-55E3A4AC649B}" dt="2025-10-17T22:07:21.245" v="3661"/>
          <ac:spMkLst>
            <pc:docMk/>
            <pc:sldMk cId="371795386" sldId="258"/>
            <ac:spMk id="6" creationId="{DB89BF52-D98A-AB06-680F-FEAC97004350}"/>
          </ac:spMkLst>
        </pc:spChg>
        <pc:spChg chg="add mod">
          <ac:chgData name="Whitney Hardy" userId="e43d300316c7abc2" providerId="LiveId" clId="{2744D87A-DF3B-4B23-AB0D-55E3A4AC649B}" dt="2025-10-17T22:09:14.922" v="3678" actId="1076"/>
          <ac:spMkLst>
            <pc:docMk/>
            <pc:sldMk cId="371795386" sldId="258"/>
            <ac:spMk id="7" creationId="{DEBEBA12-7D1C-54E4-2C3C-026B98B1F3CE}"/>
          </ac:spMkLst>
        </pc:spChg>
        <pc:spChg chg="add">
          <ac:chgData name="Whitney Hardy" userId="e43d300316c7abc2" providerId="LiveId" clId="{2744D87A-DF3B-4B23-AB0D-55E3A4AC649B}" dt="2025-10-10T16:03:00.209" v="302" actId="26606"/>
          <ac:spMkLst>
            <pc:docMk/>
            <pc:sldMk cId="371795386" sldId="258"/>
            <ac:spMk id="8" creationId="{100EDD19-6802-4EC3-95CE-CFFAB042CFD6}"/>
          </ac:spMkLst>
        </pc:spChg>
        <pc:spChg chg="add">
          <ac:chgData name="Whitney Hardy" userId="e43d300316c7abc2" providerId="LiveId" clId="{2744D87A-DF3B-4B23-AB0D-55E3A4AC649B}" dt="2025-10-10T16:03:00.209" v="302" actId="26606"/>
          <ac:spMkLst>
            <pc:docMk/>
            <pc:sldMk cId="371795386" sldId="258"/>
            <ac:spMk id="10" creationId="{DB17E863-922E-4C26-BD64-E8FD41D28661}"/>
          </ac:spMkLst>
        </pc:spChg>
        <pc:picChg chg="add del">
          <ac:chgData name="Whitney Hardy" userId="e43d300316c7abc2" providerId="LiveId" clId="{2744D87A-DF3B-4B23-AB0D-55E3A4AC649B}" dt="2025-10-17T17:28:02.744" v="2166" actId="478"/>
          <ac:picMkLst>
            <pc:docMk/>
            <pc:sldMk cId="371795386" sldId="258"/>
            <ac:picMk id="5" creationId="{43337DB8-CFCC-F53F-B1C7-83900F068017}"/>
          </ac:picMkLst>
        </pc:picChg>
        <pc:cxnChg chg="add mod">
          <ac:chgData name="Whitney Hardy" userId="e43d300316c7abc2" providerId="LiveId" clId="{2744D87A-DF3B-4B23-AB0D-55E3A4AC649B}" dt="2025-10-17T22:30:49.460" v="4188" actId="1076"/>
          <ac:cxnSpMkLst>
            <pc:docMk/>
            <pc:sldMk cId="371795386" sldId="258"/>
            <ac:cxnSpMk id="11" creationId="{63FECEF0-A139-262E-EDD7-A1F7AA591E09}"/>
          </ac:cxnSpMkLst>
        </pc:cxnChg>
      </pc:sldChg>
      <pc:sldChg chg="addSp delSp modSp new mod setBg">
        <pc:chgData name="Whitney Hardy" userId="e43d300316c7abc2" providerId="LiveId" clId="{2744D87A-DF3B-4B23-AB0D-55E3A4AC649B}" dt="2025-10-17T22:01:40.920" v="3591" actId="20577"/>
        <pc:sldMkLst>
          <pc:docMk/>
          <pc:sldMk cId="1450000678" sldId="259"/>
        </pc:sldMkLst>
        <pc:spChg chg="mod">
          <ac:chgData name="Whitney Hardy" userId="e43d300316c7abc2" providerId="LiveId" clId="{2744D87A-DF3B-4B23-AB0D-55E3A4AC649B}" dt="2025-10-17T17:30:07.773" v="2298" actId="1076"/>
          <ac:spMkLst>
            <pc:docMk/>
            <pc:sldMk cId="1450000678" sldId="259"/>
            <ac:spMk id="2" creationId="{66956180-3289-4D6D-AF4E-688C14F6F8EC}"/>
          </ac:spMkLst>
        </pc:spChg>
        <pc:spChg chg="add mod">
          <ac:chgData name="Whitney Hardy" userId="e43d300316c7abc2" providerId="LiveId" clId="{2744D87A-DF3B-4B23-AB0D-55E3A4AC649B}" dt="2025-10-10T18:48:16.463" v="1208" actId="20577"/>
          <ac:spMkLst>
            <pc:docMk/>
            <pc:sldMk cId="1450000678" sldId="259"/>
            <ac:spMk id="6" creationId="{81C9B4C9-F7F2-513E-CAF2-C73AA4A933B1}"/>
          </ac:spMkLst>
        </pc:spChg>
        <pc:spChg chg="add mod">
          <ac:chgData name="Whitney Hardy" userId="e43d300316c7abc2" providerId="LiveId" clId="{2744D87A-DF3B-4B23-AB0D-55E3A4AC649B}" dt="2025-10-10T18:47:05.114" v="1118" actId="20577"/>
          <ac:spMkLst>
            <pc:docMk/>
            <pc:sldMk cId="1450000678" sldId="259"/>
            <ac:spMk id="7" creationId="{41B51140-3F6F-5D08-9B6A-770FCF9F5A20}"/>
          </ac:spMkLst>
        </pc:spChg>
        <pc:spChg chg="add mod">
          <ac:chgData name="Whitney Hardy" userId="e43d300316c7abc2" providerId="LiveId" clId="{2744D87A-DF3B-4B23-AB0D-55E3A4AC649B}" dt="2025-10-10T18:47:38.160" v="1155" actId="20577"/>
          <ac:spMkLst>
            <pc:docMk/>
            <pc:sldMk cId="1450000678" sldId="259"/>
            <ac:spMk id="9" creationId="{21E2A3B9-9196-AB27-43C3-278BE6C42784}"/>
          </ac:spMkLst>
        </pc:spChg>
        <pc:spChg chg="add mod">
          <ac:chgData name="Whitney Hardy" userId="e43d300316c7abc2" providerId="LiveId" clId="{2744D87A-DF3B-4B23-AB0D-55E3A4AC649B}" dt="2025-10-17T22:01:40.920" v="3591" actId="20577"/>
          <ac:spMkLst>
            <pc:docMk/>
            <pc:sldMk cId="1450000678" sldId="259"/>
            <ac:spMk id="13" creationId="{092AE032-69FB-9EB4-1F0E-EF8206FB2BBC}"/>
          </ac:spMkLst>
        </pc:spChg>
        <pc:spChg chg="add">
          <ac:chgData name="Whitney Hardy" userId="e43d300316c7abc2" providerId="LiveId" clId="{2744D87A-DF3B-4B23-AB0D-55E3A4AC649B}" dt="2025-10-10T18:40:53.845" v="910" actId="26606"/>
          <ac:spMkLst>
            <pc:docMk/>
            <pc:sldMk cId="1450000678" sldId="259"/>
            <ac:spMk id="16" creationId="{6A8AAC95-3719-4BCD-B710-4160043D9237}"/>
          </ac:spMkLst>
        </pc:spChg>
        <pc:spChg chg="add">
          <ac:chgData name="Whitney Hardy" userId="e43d300316c7abc2" providerId="LiveId" clId="{2744D87A-DF3B-4B23-AB0D-55E3A4AC649B}" dt="2025-10-10T18:40:53.845" v="910" actId="26606"/>
          <ac:spMkLst>
            <pc:docMk/>
            <pc:sldMk cId="1450000678" sldId="259"/>
            <ac:spMk id="17" creationId="{73A6D7BA-50E4-42FE-A0E3-FC42B7EC4372}"/>
          </ac:spMkLst>
        </pc:spChg>
        <pc:graphicFrameChg chg="add mod modGraphic">
          <ac:chgData name="Whitney Hardy" userId="e43d300316c7abc2" providerId="LiveId" clId="{2744D87A-DF3B-4B23-AB0D-55E3A4AC649B}" dt="2025-10-16T21:32:20.514" v="1679" actId="208"/>
          <ac:graphicFrameMkLst>
            <pc:docMk/>
            <pc:sldMk cId="1450000678" sldId="259"/>
            <ac:graphicFrameMk id="5" creationId="{5DC13996-7952-CC63-6E97-D3DC88C0EB93}"/>
          </ac:graphicFrameMkLst>
        </pc:graphicFrameChg>
      </pc:sldChg>
      <pc:sldChg chg="modSp new del">
        <pc:chgData name="Whitney Hardy" userId="e43d300316c7abc2" providerId="LiveId" clId="{2744D87A-DF3B-4B23-AB0D-55E3A4AC649B}" dt="2025-10-16T21:23:23.949" v="1580" actId="2696"/>
        <pc:sldMkLst>
          <pc:docMk/>
          <pc:sldMk cId="1596832097" sldId="260"/>
        </pc:sldMkLst>
      </pc:sldChg>
      <pc:sldChg chg="modSp new del mod">
        <pc:chgData name="Whitney Hardy" userId="e43d300316c7abc2" providerId="LiveId" clId="{2744D87A-DF3B-4B23-AB0D-55E3A4AC649B}" dt="2025-10-17T19:33:23.707" v="3048" actId="2696"/>
        <pc:sldMkLst>
          <pc:docMk/>
          <pc:sldMk cId="2347489447" sldId="261"/>
        </pc:sldMkLst>
      </pc:sldChg>
      <pc:sldChg chg="addSp delSp modSp new mod ord setBg">
        <pc:chgData name="Whitney Hardy" userId="e43d300316c7abc2" providerId="LiveId" clId="{2744D87A-DF3B-4B23-AB0D-55E3A4AC649B}" dt="2025-10-17T22:10:28.542" v="3692" actId="14100"/>
        <pc:sldMkLst>
          <pc:docMk/>
          <pc:sldMk cId="1958038216" sldId="262"/>
        </pc:sldMkLst>
        <pc:spChg chg="mod">
          <ac:chgData name="Whitney Hardy" userId="e43d300316c7abc2" providerId="LiveId" clId="{2744D87A-DF3B-4B23-AB0D-55E3A4AC649B}" dt="2025-10-16T21:27:05.833" v="1623" actId="26606"/>
          <ac:spMkLst>
            <pc:docMk/>
            <pc:sldMk cId="1958038216" sldId="262"/>
            <ac:spMk id="2" creationId="{D50C39B4-5565-121D-4F86-49D358B6467E}"/>
          </ac:spMkLst>
        </pc:spChg>
        <pc:spChg chg="del">
          <ac:chgData name="Whitney Hardy" userId="e43d300316c7abc2" providerId="LiveId" clId="{2744D87A-DF3B-4B23-AB0D-55E3A4AC649B}" dt="2025-10-16T19:27:29.634" v="1281" actId="478"/>
          <ac:spMkLst>
            <pc:docMk/>
            <pc:sldMk cId="1958038216" sldId="262"/>
            <ac:spMk id="3" creationId="{D9A63569-CD5E-A554-56C7-AAC34393FB44}"/>
          </ac:spMkLst>
        </pc:spChg>
        <pc:spChg chg="add del mod">
          <ac:chgData name="Whitney Hardy" userId="e43d300316c7abc2" providerId="LiveId" clId="{2744D87A-DF3B-4B23-AB0D-55E3A4AC649B}" dt="2025-10-16T19:35:56.110" v="1371"/>
          <ac:spMkLst>
            <pc:docMk/>
            <pc:sldMk cId="1958038216" sldId="262"/>
            <ac:spMk id="8" creationId="{51C4163B-3FBD-EA38-E218-4F68B48298CA}"/>
          </ac:spMkLst>
        </pc:spChg>
        <pc:spChg chg="add mod">
          <ac:chgData name="Whitney Hardy" userId="e43d300316c7abc2" providerId="LiveId" clId="{2744D87A-DF3B-4B23-AB0D-55E3A4AC649B}" dt="2025-10-16T21:30:43.752" v="1671" actId="115"/>
          <ac:spMkLst>
            <pc:docMk/>
            <pc:sldMk cId="1958038216" sldId="262"/>
            <ac:spMk id="11" creationId="{5EC70B52-4F0D-DFC5-DCEE-333C93139352}"/>
          </ac:spMkLst>
        </pc:spChg>
        <pc:spChg chg="add del">
          <ac:chgData name="Whitney Hardy" userId="e43d300316c7abc2" providerId="LiveId" clId="{2744D87A-DF3B-4B23-AB0D-55E3A4AC649B}" dt="2025-10-16T21:24:30.713" v="1583" actId="26606"/>
          <ac:spMkLst>
            <pc:docMk/>
            <pc:sldMk cId="1958038216" sldId="262"/>
            <ac:spMk id="12" creationId="{D12DDE76-C203-4047-9998-63900085B5E8}"/>
          </ac:spMkLst>
        </pc:spChg>
        <pc:spChg chg="add del mod">
          <ac:chgData name="Whitney Hardy" userId="e43d300316c7abc2" providerId="LiveId" clId="{2744D87A-DF3B-4B23-AB0D-55E3A4AC649B}" dt="2025-10-17T17:38:17.344" v="2361"/>
          <ac:spMkLst>
            <pc:docMk/>
            <pc:sldMk cId="1958038216" sldId="262"/>
            <ac:spMk id="13" creationId="{B7B8566E-BB08-A606-DE70-5383603FB249}"/>
          </ac:spMkLst>
        </pc:spChg>
        <pc:spChg chg="add del mod">
          <ac:chgData name="Whitney Hardy" userId="e43d300316c7abc2" providerId="LiveId" clId="{2744D87A-DF3B-4B23-AB0D-55E3A4AC649B}" dt="2025-10-17T17:38:46.199" v="2384"/>
          <ac:spMkLst>
            <pc:docMk/>
            <pc:sldMk cId="1958038216" sldId="262"/>
            <ac:spMk id="14" creationId="{8C89D056-6E33-30DC-78B2-7C785F2E7352}"/>
          </ac:spMkLst>
        </pc:spChg>
        <pc:spChg chg="add del mod">
          <ac:chgData name="Whitney Hardy" userId="e43d300316c7abc2" providerId="LiveId" clId="{2744D87A-DF3B-4B23-AB0D-55E3A4AC649B}" dt="2025-10-17T17:42:09.018" v="2541" actId="5793"/>
          <ac:spMkLst>
            <pc:docMk/>
            <pc:sldMk cId="1958038216" sldId="262"/>
            <ac:spMk id="15" creationId="{04A5B6D7-7745-3EFE-07E7-563F3D52B9F2}"/>
          </ac:spMkLst>
        </pc:spChg>
        <pc:spChg chg="add mod">
          <ac:chgData name="Whitney Hardy" userId="e43d300316c7abc2" providerId="LiveId" clId="{2744D87A-DF3B-4B23-AB0D-55E3A4AC649B}" dt="2025-10-17T17:40:30.371" v="2515" actId="1076"/>
          <ac:spMkLst>
            <pc:docMk/>
            <pc:sldMk cId="1958038216" sldId="262"/>
            <ac:spMk id="16" creationId="{F8A0DDE5-705F-0DD5-45F5-29DA01123880}"/>
          </ac:spMkLst>
        </pc:spChg>
        <pc:spChg chg="add del">
          <ac:chgData name="Whitney Hardy" userId="e43d300316c7abc2" providerId="LiveId" clId="{2744D87A-DF3B-4B23-AB0D-55E3A4AC649B}" dt="2025-10-16T21:24:43.224" v="1584" actId="26606"/>
          <ac:spMkLst>
            <pc:docMk/>
            <pc:sldMk cId="1958038216" sldId="262"/>
            <ac:spMk id="17" creationId="{76906711-0AFB-47DD-A4B6-4E94B38B8C91}"/>
          </ac:spMkLst>
        </pc:spChg>
        <pc:spChg chg="add">
          <ac:chgData name="Whitney Hardy" userId="e43d300316c7abc2" providerId="LiveId" clId="{2744D87A-DF3B-4B23-AB0D-55E3A4AC649B}" dt="2025-10-17T17:40:33.840" v="2517"/>
          <ac:spMkLst>
            <pc:docMk/>
            <pc:sldMk cId="1958038216" sldId="262"/>
            <ac:spMk id="18" creationId="{C9FF9DE3-45E5-EE72-91AC-C6AE554E41A0}"/>
          </ac:spMkLst>
        </pc:spChg>
        <pc:spChg chg="add del">
          <ac:chgData name="Whitney Hardy" userId="e43d300316c7abc2" providerId="LiveId" clId="{2744D87A-DF3B-4B23-AB0D-55E3A4AC649B}" dt="2025-10-16T21:24:43.224" v="1584" actId="26606"/>
          <ac:spMkLst>
            <pc:docMk/>
            <pc:sldMk cId="1958038216" sldId="262"/>
            <ac:spMk id="19" creationId="{AA91F649-894C-41F6-A21D-3D1AC558E934}"/>
          </ac:spMkLst>
        </pc:spChg>
        <pc:spChg chg="add del">
          <ac:chgData name="Whitney Hardy" userId="e43d300316c7abc2" providerId="LiveId" clId="{2744D87A-DF3B-4B23-AB0D-55E3A4AC649B}" dt="2025-10-16T21:24:43.224" v="1584" actId="26606"/>
          <ac:spMkLst>
            <pc:docMk/>
            <pc:sldMk cId="1958038216" sldId="262"/>
            <ac:spMk id="21" creationId="{56037404-66BD-46B5-9323-1B531319671A}"/>
          </ac:spMkLst>
        </pc:spChg>
        <pc:spChg chg="add del">
          <ac:chgData name="Whitney Hardy" userId="e43d300316c7abc2" providerId="LiveId" clId="{2744D87A-DF3B-4B23-AB0D-55E3A4AC649B}" dt="2025-10-16T21:27:05.833" v="1623" actId="26606"/>
          <ac:spMkLst>
            <pc:docMk/>
            <pc:sldMk cId="1958038216" sldId="262"/>
            <ac:spMk id="26" creationId="{C59AB4C8-9178-4F7A-8404-6890510B5917}"/>
          </ac:spMkLst>
        </pc:spChg>
        <pc:spChg chg="add del">
          <ac:chgData name="Whitney Hardy" userId="e43d300316c7abc2" providerId="LiveId" clId="{2744D87A-DF3B-4B23-AB0D-55E3A4AC649B}" dt="2025-10-16T21:27:05.833" v="1623" actId="26606"/>
          <ac:spMkLst>
            <pc:docMk/>
            <pc:sldMk cId="1958038216" sldId="262"/>
            <ac:spMk id="28" creationId="{4CFDFB37-4BC7-42C6-915D-A6609139BFE7}"/>
          </ac:spMkLst>
        </pc:spChg>
        <pc:spChg chg="add">
          <ac:chgData name="Whitney Hardy" userId="e43d300316c7abc2" providerId="LiveId" clId="{2744D87A-DF3B-4B23-AB0D-55E3A4AC649B}" dt="2025-10-16T21:27:05.833" v="1623" actId="26606"/>
          <ac:spMkLst>
            <pc:docMk/>
            <pc:sldMk cId="1958038216" sldId="262"/>
            <ac:spMk id="33" creationId="{C1A1C5D3-C053-4EE9-BE1A-419B6E27CCAE}"/>
          </ac:spMkLst>
        </pc:spChg>
        <pc:spChg chg="add">
          <ac:chgData name="Whitney Hardy" userId="e43d300316c7abc2" providerId="LiveId" clId="{2744D87A-DF3B-4B23-AB0D-55E3A4AC649B}" dt="2025-10-16T21:27:05.833" v="1623" actId="26606"/>
          <ac:spMkLst>
            <pc:docMk/>
            <pc:sldMk cId="1958038216" sldId="262"/>
            <ac:spMk id="35" creationId="{A3473CF9-37EB-43E7-89EF-D2D1C53D1DAC}"/>
          </ac:spMkLst>
        </pc:spChg>
        <pc:spChg chg="add">
          <ac:chgData name="Whitney Hardy" userId="e43d300316c7abc2" providerId="LiveId" clId="{2744D87A-DF3B-4B23-AB0D-55E3A4AC649B}" dt="2025-10-16T21:27:05.833" v="1623" actId="26606"/>
          <ac:spMkLst>
            <pc:docMk/>
            <pc:sldMk cId="1958038216" sldId="262"/>
            <ac:spMk id="37" creationId="{586B4EF9-43BA-4655-A6FF-1D8E21574C95}"/>
          </ac:spMkLst>
        </pc:spChg>
        <pc:picChg chg="add del mod">
          <ac:chgData name="Whitney Hardy" userId="e43d300316c7abc2" providerId="LiveId" clId="{2744D87A-DF3B-4B23-AB0D-55E3A4AC649B}" dt="2025-10-16T19:29:36.848" v="1284" actId="478"/>
          <ac:picMkLst>
            <pc:docMk/>
            <pc:sldMk cId="1958038216" sldId="262"/>
            <ac:picMk id="5" creationId="{3BC5704D-0B40-3C5C-FD7E-62C6F7143777}"/>
          </ac:picMkLst>
        </pc:picChg>
        <pc:picChg chg="add del mod">
          <ac:chgData name="Whitney Hardy" userId="e43d300316c7abc2" providerId="LiveId" clId="{2744D87A-DF3B-4B23-AB0D-55E3A4AC649B}" dt="2025-10-16T19:30:58.497" v="1301" actId="478"/>
          <ac:picMkLst>
            <pc:docMk/>
            <pc:sldMk cId="1958038216" sldId="262"/>
            <ac:picMk id="7" creationId="{EF7464F6-F7BF-4C47-7762-13D8E40496EE}"/>
          </ac:picMkLst>
        </pc:picChg>
        <pc:picChg chg="add mod">
          <ac:chgData name="Whitney Hardy" userId="e43d300316c7abc2" providerId="LiveId" clId="{2744D87A-DF3B-4B23-AB0D-55E3A4AC649B}" dt="2025-10-17T22:10:28.542" v="3692" actId="14100"/>
          <ac:picMkLst>
            <pc:docMk/>
            <pc:sldMk cId="1958038216" sldId="262"/>
            <ac:picMk id="10" creationId="{89F5494B-45B3-F4E2-DC04-2C63EF1CC6AE}"/>
          </ac:picMkLst>
        </pc:picChg>
      </pc:sldChg>
      <pc:sldChg chg="addSp delSp modSp new mod ord setBg addAnim delAnim">
        <pc:chgData name="Whitney Hardy" userId="e43d300316c7abc2" providerId="LiveId" clId="{2744D87A-DF3B-4B23-AB0D-55E3A4AC649B}" dt="2025-10-17T18:23:57.752" v="2771" actId="1076"/>
        <pc:sldMkLst>
          <pc:docMk/>
          <pc:sldMk cId="2654193904" sldId="263"/>
        </pc:sldMkLst>
        <pc:spChg chg="add del mod ord">
          <ac:chgData name="Whitney Hardy" userId="e43d300316c7abc2" providerId="LiveId" clId="{2744D87A-DF3B-4B23-AB0D-55E3A4AC649B}" dt="2025-10-17T18:20:41.951" v="2683" actId="1076"/>
          <ac:spMkLst>
            <pc:docMk/>
            <pc:sldMk cId="2654193904" sldId="263"/>
            <ac:spMk id="2" creationId="{27E10BA5-1B8A-942F-F4B8-C3E5D1E329A8}"/>
          </ac:spMkLst>
        </pc:spChg>
        <pc:spChg chg="del">
          <ac:chgData name="Whitney Hardy" userId="e43d300316c7abc2" providerId="LiveId" clId="{2744D87A-DF3B-4B23-AB0D-55E3A4AC649B}" dt="2025-10-16T19:30:35.753" v="1297" actId="478"/>
          <ac:spMkLst>
            <pc:docMk/>
            <pc:sldMk cId="2654193904" sldId="263"/>
            <ac:spMk id="3" creationId="{53008A92-5241-688C-FBAC-33D9B3A4A760}"/>
          </ac:spMkLst>
        </pc:spChg>
        <pc:spChg chg="add mod ord">
          <ac:chgData name="Whitney Hardy" userId="e43d300316c7abc2" providerId="LiveId" clId="{2744D87A-DF3B-4B23-AB0D-55E3A4AC649B}" dt="2025-10-17T18:10:09.947" v="2565" actId="26606"/>
          <ac:spMkLst>
            <pc:docMk/>
            <pc:sldMk cId="2654193904" sldId="263"/>
            <ac:spMk id="7" creationId="{B225D2A6-DAD0-787B-6A35-C545B7C22E17}"/>
          </ac:spMkLst>
        </pc:spChg>
        <pc:spChg chg="add del">
          <ac:chgData name="Whitney Hardy" userId="e43d300316c7abc2" providerId="LiveId" clId="{2744D87A-DF3B-4B23-AB0D-55E3A4AC649B}" dt="2025-10-16T19:35:03.097" v="1363" actId="26606"/>
          <ac:spMkLst>
            <pc:docMk/>
            <pc:sldMk cId="2654193904" sldId="263"/>
            <ac:spMk id="9" creationId="{D12DDE76-C203-4047-9998-63900085B5E8}"/>
          </ac:spMkLst>
        </pc:spChg>
        <pc:spChg chg="add mod">
          <ac:chgData name="Whitney Hardy" userId="e43d300316c7abc2" providerId="LiveId" clId="{2744D87A-DF3B-4B23-AB0D-55E3A4AC649B}" dt="2025-10-17T18:20:59.532" v="2688" actId="12"/>
          <ac:spMkLst>
            <pc:docMk/>
            <pc:sldMk cId="2654193904" sldId="263"/>
            <ac:spMk id="11" creationId="{4AE8363B-C6F6-E304-9826-F20F884FE172}"/>
          </ac:spMkLst>
        </pc:spChg>
        <pc:spChg chg="add del">
          <ac:chgData name="Whitney Hardy" userId="e43d300316c7abc2" providerId="LiveId" clId="{2744D87A-DF3B-4B23-AB0D-55E3A4AC649B}" dt="2025-10-16T19:34:47.600" v="1360" actId="26606"/>
          <ac:spMkLst>
            <pc:docMk/>
            <pc:sldMk cId="2654193904" sldId="263"/>
            <ac:spMk id="14" creationId="{D4771268-CB57-404A-9271-370EB28F6090}"/>
          </ac:spMkLst>
        </pc:spChg>
        <pc:spChg chg="add del">
          <ac:chgData name="Whitney Hardy" userId="e43d300316c7abc2" providerId="LiveId" clId="{2744D87A-DF3B-4B23-AB0D-55E3A4AC649B}" dt="2025-10-16T19:35:03.088" v="1362" actId="26606"/>
          <ac:spMkLst>
            <pc:docMk/>
            <pc:sldMk cId="2654193904" sldId="263"/>
            <ac:spMk id="16" creationId="{9C5704B2-7C5B-4738-AF0D-4A2756A69FA1}"/>
          </ac:spMkLst>
        </pc:spChg>
        <pc:spChg chg="add del">
          <ac:chgData name="Whitney Hardy" userId="e43d300316c7abc2" providerId="LiveId" clId="{2744D87A-DF3B-4B23-AB0D-55E3A4AC649B}" dt="2025-10-16T19:35:03.088" v="1362" actId="26606"/>
          <ac:spMkLst>
            <pc:docMk/>
            <pc:sldMk cId="2654193904" sldId="263"/>
            <ac:spMk id="17" creationId="{AF1E5E62-9EB9-408E-AE53-A04A4C8110DE}"/>
          </ac:spMkLst>
        </pc:spChg>
        <pc:spChg chg="add del">
          <ac:chgData name="Whitney Hardy" userId="e43d300316c7abc2" providerId="LiveId" clId="{2744D87A-DF3B-4B23-AB0D-55E3A4AC649B}" dt="2025-10-16T19:35:03.088" v="1362" actId="26606"/>
          <ac:spMkLst>
            <pc:docMk/>
            <pc:sldMk cId="2654193904" sldId="263"/>
            <ac:spMk id="18" creationId="{DFB36DC4-A410-4DF1-8453-1D85743F5E07}"/>
          </ac:spMkLst>
        </pc:spChg>
        <pc:spChg chg="add del">
          <ac:chgData name="Whitney Hardy" userId="e43d300316c7abc2" providerId="LiveId" clId="{2744D87A-DF3B-4B23-AB0D-55E3A4AC649B}" dt="2025-10-16T21:24:59.478" v="1587" actId="26606"/>
          <ac:spMkLst>
            <pc:docMk/>
            <pc:sldMk cId="2654193904" sldId="263"/>
            <ac:spMk id="20" creationId="{D12DDE76-C203-4047-9998-63900085B5E8}"/>
          </ac:spMkLst>
        </pc:spChg>
        <pc:spChg chg="add del mod ord">
          <ac:chgData name="Whitney Hardy" userId="e43d300316c7abc2" providerId="LiveId" clId="{2744D87A-DF3B-4B23-AB0D-55E3A4AC649B}" dt="2025-10-17T18:19:36.391" v="2665" actId="11529"/>
          <ac:spMkLst>
            <pc:docMk/>
            <pc:sldMk cId="2654193904" sldId="263"/>
            <ac:spMk id="23" creationId="{FFBB6CB1-87C6-AD58-909A-6FD810DA7B7A}"/>
          </ac:spMkLst>
        </pc:spChg>
        <pc:spChg chg="add mod">
          <ac:chgData name="Whitney Hardy" userId="e43d300316c7abc2" providerId="LiveId" clId="{2744D87A-DF3B-4B23-AB0D-55E3A4AC649B}" dt="2025-10-17T18:23:57.752" v="2771" actId="1076"/>
          <ac:spMkLst>
            <pc:docMk/>
            <pc:sldMk cId="2654193904" sldId="263"/>
            <ac:spMk id="24" creationId="{F1A1210B-FBF1-0704-406F-92A27FAECCF8}"/>
          </ac:spMkLst>
        </pc:spChg>
        <pc:spChg chg="add del">
          <ac:chgData name="Whitney Hardy" userId="e43d300316c7abc2" providerId="LiveId" clId="{2744D87A-DF3B-4B23-AB0D-55E3A4AC649B}" dt="2025-10-16T23:28:51.158" v="1987" actId="26606"/>
          <ac:spMkLst>
            <pc:docMk/>
            <pc:sldMk cId="2654193904" sldId="263"/>
            <ac:spMk id="25" creationId="{BCED4D40-4B67-4331-AC48-79B82B4A47D8}"/>
          </ac:spMkLst>
        </pc:spChg>
        <pc:spChg chg="add mod">
          <ac:chgData name="Whitney Hardy" userId="e43d300316c7abc2" providerId="LiveId" clId="{2744D87A-DF3B-4B23-AB0D-55E3A4AC649B}" dt="2025-10-17T18:23:53.418" v="2770" actId="1076"/>
          <ac:spMkLst>
            <pc:docMk/>
            <pc:sldMk cId="2654193904" sldId="263"/>
            <ac:spMk id="26" creationId="{37B705AF-7A79-227C-A974-8A080289FDBD}"/>
          </ac:spMkLst>
        </pc:spChg>
        <pc:spChg chg="add del">
          <ac:chgData name="Whitney Hardy" userId="e43d300316c7abc2" providerId="LiveId" clId="{2744D87A-DF3B-4B23-AB0D-55E3A4AC649B}" dt="2025-10-16T23:28:51.158" v="1987" actId="26606"/>
          <ac:spMkLst>
            <pc:docMk/>
            <pc:sldMk cId="2654193904" sldId="263"/>
            <ac:spMk id="27" creationId="{670CEDEF-4F34-412E-84EE-329C1E936AF5}"/>
          </ac:spMkLst>
        </pc:spChg>
        <pc:spChg chg="add del">
          <ac:chgData name="Whitney Hardy" userId="e43d300316c7abc2" providerId="LiveId" clId="{2744D87A-DF3B-4B23-AB0D-55E3A4AC649B}" dt="2025-10-16T23:29:04.187" v="1990" actId="26606"/>
          <ac:spMkLst>
            <pc:docMk/>
            <pc:sldMk cId="2654193904" sldId="263"/>
            <ac:spMk id="32" creationId="{3C54F4CE-85F0-46ED-80DA-9518C9251AD1}"/>
          </ac:spMkLst>
        </pc:spChg>
        <pc:spChg chg="add del">
          <ac:chgData name="Whitney Hardy" userId="e43d300316c7abc2" providerId="LiveId" clId="{2744D87A-DF3B-4B23-AB0D-55E3A4AC649B}" dt="2025-10-16T23:29:04.187" v="1990" actId="26606"/>
          <ac:spMkLst>
            <pc:docMk/>
            <pc:sldMk cId="2654193904" sldId="263"/>
            <ac:spMk id="34" creationId="{DADD1FCA-8ACB-4958-81DD-4CDD6D3E1921}"/>
          </ac:spMkLst>
        </pc:spChg>
        <pc:spChg chg="add del">
          <ac:chgData name="Whitney Hardy" userId="e43d300316c7abc2" providerId="LiveId" clId="{2744D87A-DF3B-4B23-AB0D-55E3A4AC649B}" dt="2025-10-16T23:29:15.673" v="1995" actId="26606"/>
          <ac:spMkLst>
            <pc:docMk/>
            <pc:sldMk cId="2654193904" sldId="263"/>
            <ac:spMk id="39" creationId="{ED9C414A-A284-4D73-B9C7-54C138F6DC3D}"/>
          </ac:spMkLst>
        </pc:spChg>
        <pc:spChg chg="add del">
          <ac:chgData name="Whitney Hardy" userId="e43d300316c7abc2" providerId="LiveId" clId="{2744D87A-DF3B-4B23-AB0D-55E3A4AC649B}" dt="2025-10-16T23:29:15.673" v="1995" actId="26606"/>
          <ac:spMkLst>
            <pc:docMk/>
            <pc:sldMk cId="2654193904" sldId="263"/>
            <ac:spMk id="41" creationId="{A3DAD80A-CFC8-4003-858B-671FF2048CE2}"/>
          </ac:spMkLst>
        </pc:spChg>
        <pc:spChg chg="add del">
          <ac:chgData name="Whitney Hardy" userId="e43d300316c7abc2" providerId="LiveId" clId="{2744D87A-DF3B-4B23-AB0D-55E3A4AC649B}" dt="2025-10-16T23:29:15.673" v="1994" actId="26606"/>
          <ac:spMkLst>
            <pc:docMk/>
            <pc:sldMk cId="2654193904" sldId="263"/>
            <ac:spMk id="46" creationId="{ED9C414A-A284-4D73-B9C7-54C138F6DC3D}"/>
          </ac:spMkLst>
        </pc:spChg>
        <pc:spChg chg="add del">
          <ac:chgData name="Whitney Hardy" userId="e43d300316c7abc2" providerId="LiveId" clId="{2744D87A-DF3B-4B23-AB0D-55E3A4AC649B}" dt="2025-10-16T23:29:15.673" v="1994" actId="26606"/>
          <ac:spMkLst>
            <pc:docMk/>
            <pc:sldMk cId="2654193904" sldId="263"/>
            <ac:spMk id="48" creationId="{A3DAD80A-CFC8-4003-858B-671FF2048CE2}"/>
          </ac:spMkLst>
        </pc:spChg>
        <pc:spChg chg="add del">
          <ac:chgData name="Whitney Hardy" userId="e43d300316c7abc2" providerId="LiveId" clId="{2744D87A-DF3B-4B23-AB0D-55E3A4AC649B}" dt="2025-10-16T23:29:53.263" v="2007" actId="26606"/>
          <ac:spMkLst>
            <pc:docMk/>
            <pc:sldMk cId="2654193904" sldId="263"/>
            <ac:spMk id="50" creationId="{6753252F-4873-4F63-801D-CC719279A7D5}"/>
          </ac:spMkLst>
        </pc:spChg>
        <pc:spChg chg="add del">
          <ac:chgData name="Whitney Hardy" userId="e43d300316c7abc2" providerId="LiveId" clId="{2744D87A-DF3B-4B23-AB0D-55E3A4AC649B}" dt="2025-10-16T23:29:53.263" v="2007" actId="26606"/>
          <ac:spMkLst>
            <pc:docMk/>
            <pc:sldMk cId="2654193904" sldId="263"/>
            <ac:spMk id="51" creationId="{047C8CCB-F95D-4249-92DD-651249D3535A}"/>
          </ac:spMkLst>
        </pc:spChg>
        <pc:spChg chg="add del">
          <ac:chgData name="Whitney Hardy" userId="e43d300316c7abc2" providerId="LiveId" clId="{2744D87A-DF3B-4B23-AB0D-55E3A4AC649B}" dt="2025-10-16T23:29:53.263" v="2006" actId="26606"/>
          <ac:spMkLst>
            <pc:docMk/>
            <pc:sldMk cId="2654193904" sldId="263"/>
            <ac:spMk id="56" creationId="{C6FC42E6-6C25-4922-95D2-B97B1E123559}"/>
          </ac:spMkLst>
        </pc:spChg>
        <pc:spChg chg="add del">
          <ac:chgData name="Whitney Hardy" userId="e43d300316c7abc2" providerId="LiveId" clId="{2744D87A-DF3B-4B23-AB0D-55E3A4AC649B}" dt="2025-10-16T23:29:53.263" v="2006" actId="26606"/>
          <ac:spMkLst>
            <pc:docMk/>
            <pc:sldMk cId="2654193904" sldId="263"/>
            <ac:spMk id="58" creationId="{0295F874-A8A5-4A14-8CFC-828968DE64C4}"/>
          </ac:spMkLst>
        </pc:spChg>
        <pc:spChg chg="add del">
          <ac:chgData name="Whitney Hardy" userId="e43d300316c7abc2" providerId="LiveId" clId="{2744D87A-DF3B-4B23-AB0D-55E3A4AC649B}" dt="2025-10-16T23:30:50.403" v="2013" actId="26606"/>
          <ac:spMkLst>
            <pc:docMk/>
            <pc:sldMk cId="2654193904" sldId="263"/>
            <ac:spMk id="60" creationId="{6753252F-4873-4F63-801D-CC719279A7D5}"/>
          </ac:spMkLst>
        </pc:spChg>
        <pc:spChg chg="add del">
          <ac:chgData name="Whitney Hardy" userId="e43d300316c7abc2" providerId="LiveId" clId="{2744D87A-DF3B-4B23-AB0D-55E3A4AC649B}" dt="2025-10-16T23:30:50.403" v="2013" actId="26606"/>
          <ac:spMkLst>
            <pc:docMk/>
            <pc:sldMk cId="2654193904" sldId="263"/>
            <ac:spMk id="61" creationId="{047C8CCB-F95D-4249-92DD-651249D3535A}"/>
          </ac:spMkLst>
        </pc:spChg>
        <pc:spChg chg="add del">
          <ac:chgData name="Whitney Hardy" userId="e43d300316c7abc2" providerId="LiveId" clId="{2744D87A-DF3B-4B23-AB0D-55E3A4AC649B}" dt="2025-10-17T18:10:09.947" v="2565" actId="26606"/>
          <ac:spMkLst>
            <pc:docMk/>
            <pc:sldMk cId="2654193904" sldId="263"/>
            <ac:spMk id="66" creationId="{DF05ACD0-FF4A-4F8F-B5C5-6A4EBD0D1B38}"/>
          </ac:spMkLst>
        </pc:spChg>
        <pc:spChg chg="add del">
          <ac:chgData name="Whitney Hardy" userId="e43d300316c7abc2" providerId="LiveId" clId="{2744D87A-DF3B-4B23-AB0D-55E3A4AC649B}" dt="2025-10-17T18:10:09.947" v="2565" actId="26606"/>
          <ac:spMkLst>
            <pc:docMk/>
            <pc:sldMk cId="2654193904" sldId="263"/>
            <ac:spMk id="68" creationId="{4C9AFA28-B5ED-4346-9AF7-68A157F16C7E}"/>
          </ac:spMkLst>
        </pc:spChg>
        <pc:spChg chg="add del">
          <ac:chgData name="Whitney Hardy" userId="e43d300316c7abc2" providerId="LiveId" clId="{2744D87A-DF3B-4B23-AB0D-55E3A4AC649B}" dt="2025-10-17T18:10:09.932" v="2564" actId="26606"/>
          <ac:spMkLst>
            <pc:docMk/>
            <pc:sldMk cId="2654193904" sldId="263"/>
            <ac:spMk id="73" creationId="{68AF5748-FED8-45BA-8631-26D1D10F3246}"/>
          </ac:spMkLst>
        </pc:spChg>
        <pc:spChg chg="add del">
          <ac:chgData name="Whitney Hardy" userId="e43d300316c7abc2" providerId="LiveId" clId="{2744D87A-DF3B-4B23-AB0D-55E3A4AC649B}" dt="2025-10-17T18:10:09.932" v="2564" actId="26606"/>
          <ac:spMkLst>
            <pc:docMk/>
            <pc:sldMk cId="2654193904" sldId="263"/>
            <ac:spMk id="75" creationId="{AF2F604E-43BE-4DC3-B983-E071523364F8}"/>
          </ac:spMkLst>
        </pc:spChg>
        <pc:spChg chg="add del">
          <ac:chgData name="Whitney Hardy" userId="e43d300316c7abc2" providerId="LiveId" clId="{2744D87A-DF3B-4B23-AB0D-55E3A4AC649B}" dt="2025-10-17T18:10:09.932" v="2564" actId="26606"/>
          <ac:spMkLst>
            <pc:docMk/>
            <pc:sldMk cId="2654193904" sldId="263"/>
            <ac:spMk id="77" creationId="{08C9B587-E65E-4B52-B37C-ABEBB6E87928}"/>
          </ac:spMkLst>
        </pc:spChg>
        <pc:spChg chg="add del">
          <ac:chgData name="Whitney Hardy" userId="e43d300316c7abc2" providerId="LiveId" clId="{2744D87A-DF3B-4B23-AB0D-55E3A4AC649B}" dt="2025-10-17T18:10:47.448" v="2574" actId="26606"/>
          <ac:spMkLst>
            <pc:docMk/>
            <pc:sldMk cId="2654193904" sldId="263"/>
            <ac:spMk id="79" creationId="{DF05ACD0-FF4A-4F8F-B5C5-6A4EBD0D1B38}"/>
          </ac:spMkLst>
        </pc:spChg>
        <pc:spChg chg="add del">
          <ac:chgData name="Whitney Hardy" userId="e43d300316c7abc2" providerId="LiveId" clId="{2744D87A-DF3B-4B23-AB0D-55E3A4AC649B}" dt="2025-10-17T18:10:47.448" v="2574" actId="26606"/>
          <ac:spMkLst>
            <pc:docMk/>
            <pc:sldMk cId="2654193904" sldId="263"/>
            <ac:spMk id="80" creationId="{4C9AFA28-B5ED-4346-9AF7-68A157F16C7E}"/>
          </ac:spMkLst>
        </pc:spChg>
        <pc:spChg chg="add del">
          <ac:chgData name="Whitney Hardy" userId="e43d300316c7abc2" providerId="LiveId" clId="{2744D87A-DF3B-4B23-AB0D-55E3A4AC649B}" dt="2025-10-17T18:16:05.812" v="2629" actId="26606"/>
          <ac:spMkLst>
            <pc:docMk/>
            <pc:sldMk cId="2654193904" sldId="263"/>
            <ac:spMk id="85" creationId="{5DCB5928-DC7D-4612-9922-441966E15627}"/>
          </ac:spMkLst>
        </pc:spChg>
        <pc:spChg chg="add del">
          <ac:chgData name="Whitney Hardy" userId="e43d300316c7abc2" providerId="LiveId" clId="{2744D87A-DF3B-4B23-AB0D-55E3A4AC649B}" dt="2025-10-17T18:16:05.812" v="2629" actId="26606"/>
          <ac:spMkLst>
            <pc:docMk/>
            <pc:sldMk cId="2654193904" sldId="263"/>
            <ac:spMk id="87" creationId="{682C1161-1736-45EC-99B7-33F3CAE9D517}"/>
          </ac:spMkLst>
        </pc:spChg>
        <pc:spChg chg="add del">
          <ac:chgData name="Whitney Hardy" userId="e43d300316c7abc2" providerId="LiveId" clId="{2744D87A-DF3B-4B23-AB0D-55E3A4AC649B}" dt="2025-10-17T18:16:05.812" v="2629" actId="26606"/>
          <ac:spMkLst>
            <pc:docMk/>
            <pc:sldMk cId="2654193904" sldId="263"/>
            <ac:spMk id="89" creationId="{84D4DDB8-B68F-45B0-9F62-C4279996F672}"/>
          </ac:spMkLst>
        </pc:spChg>
        <pc:spChg chg="add del">
          <ac:chgData name="Whitney Hardy" userId="e43d300316c7abc2" providerId="LiveId" clId="{2744D87A-DF3B-4B23-AB0D-55E3A4AC649B}" dt="2025-10-17T18:16:05.812" v="2629" actId="26606"/>
          <ac:spMkLst>
            <pc:docMk/>
            <pc:sldMk cId="2654193904" sldId="263"/>
            <ac:spMk id="91" creationId="{AF2F604E-43BE-4DC3-B983-E071523364F8}"/>
          </ac:spMkLst>
        </pc:spChg>
        <pc:spChg chg="add del">
          <ac:chgData name="Whitney Hardy" userId="e43d300316c7abc2" providerId="LiveId" clId="{2744D87A-DF3B-4B23-AB0D-55E3A4AC649B}" dt="2025-10-17T18:16:05.812" v="2629" actId="26606"/>
          <ac:spMkLst>
            <pc:docMk/>
            <pc:sldMk cId="2654193904" sldId="263"/>
            <ac:spMk id="93" creationId="{08C9B587-E65E-4B52-B37C-ABEBB6E87928}"/>
          </ac:spMkLst>
        </pc:spChg>
        <pc:spChg chg="add del">
          <ac:chgData name="Whitney Hardy" userId="e43d300316c7abc2" providerId="LiveId" clId="{2744D87A-DF3B-4B23-AB0D-55E3A4AC649B}" dt="2025-10-17T18:16:52.185" v="2635" actId="26606"/>
          <ac:spMkLst>
            <pc:docMk/>
            <pc:sldMk cId="2654193904" sldId="263"/>
            <ac:spMk id="98" creationId="{C6FC42E6-6C25-4922-95D2-B97B1E123559}"/>
          </ac:spMkLst>
        </pc:spChg>
        <pc:spChg chg="add del">
          <ac:chgData name="Whitney Hardy" userId="e43d300316c7abc2" providerId="LiveId" clId="{2744D87A-DF3B-4B23-AB0D-55E3A4AC649B}" dt="2025-10-17T18:16:52.185" v="2635" actId="26606"/>
          <ac:spMkLst>
            <pc:docMk/>
            <pc:sldMk cId="2654193904" sldId="263"/>
            <ac:spMk id="100" creationId="{0295F874-A8A5-4A14-8CFC-828968DE64C4}"/>
          </ac:spMkLst>
        </pc:spChg>
        <pc:spChg chg="add del">
          <ac:chgData name="Whitney Hardy" userId="e43d300316c7abc2" providerId="LiveId" clId="{2744D87A-DF3B-4B23-AB0D-55E3A4AC649B}" dt="2025-10-17T18:16:38.323" v="2632" actId="26606"/>
          <ac:spMkLst>
            <pc:docMk/>
            <pc:sldMk cId="2654193904" sldId="263"/>
            <ac:spMk id="105" creationId="{B5A8AFA4-5C32-4100-9C6D-839A47E15FA0}"/>
          </ac:spMkLst>
        </pc:spChg>
        <pc:spChg chg="add del">
          <ac:chgData name="Whitney Hardy" userId="e43d300316c7abc2" providerId="LiveId" clId="{2744D87A-DF3B-4B23-AB0D-55E3A4AC649B}" dt="2025-10-17T18:16:38.323" v="2632" actId="26606"/>
          <ac:spMkLst>
            <pc:docMk/>
            <pc:sldMk cId="2654193904" sldId="263"/>
            <ac:spMk id="107" creationId="{96B5F253-7949-47C2-9DBD-1570ECDA2296}"/>
          </ac:spMkLst>
        </pc:spChg>
        <pc:spChg chg="add del">
          <ac:chgData name="Whitney Hardy" userId="e43d300316c7abc2" providerId="LiveId" clId="{2744D87A-DF3B-4B23-AB0D-55E3A4AC649B}" dt="2025-10-17T18:16:52.173" v="2634" actId="26606"/>
          <ac:spMkLst>
            <pc:docMk/>
            <pc:sldMk cId="2654193904" sldId="263"/>
            <ac:spMk id="109" creationId="{B28EC6A1-D299-4AFF-AD16-9ADC9A31F2F1}"/>
          </ac:spMkLst>
        </pc:spChg>
        <pc:spChg chg="add del">
          <ac:chgData name="Whitney Hardy" userId="e43d300316c7abc2" providerId="LiveId" clId="{2744D87A-DF3B-4B23-AB0D-55E3A4AC649B}" dt="2025-10-17T18:16:52.173" v="2634" actId="26606"/>
          <ac:spMkLst>
            <pc:docMk/>
            <pc:sldMk cId="2654193904" sldId="263"/>
            <ac:spMk id="110" creationId="{73C994B4-9721-4148-9EEC-6793CECDE8DD}"/>
          </ac:spMkLst>
        </pc:spChg>
        <pc:spChg chg="add del">
          <ac:chgData name="Whitney Hardy" userId="e43d300316c7abc2" providerId="LiveId" clId="{2744D87A-DF3B-4B23-AB0D-55E3A4AC649B}" dt="2025-10-17T18:16:52.173" v="2634" actId="26606"/>
          <ac:spMkLst>
            <pc:docMk/>
            <pc:sldMk cId="2654193904" sldId="263"/>
            <ac:spMk id="111" creationId="{285EE6CD-C61E-4F22-9787-1ADF1D3EB25E}"/>
          </ac:spMkLst>
        </pc:spChg>
        <pc:spChg chg="add del">
          <ac:chgData name="Whitney Hardy" userId="e43d300316c7abc2" providerId="LiveId" clId="{2744D87A-DF3B-4B23-AB0D-55E3A4AC649B}" dt="2025-10-17T18:16:52.173" v="2634" actId="26606"/>
          <ac:spMkLst>
            <pc:docMk/>
            <pc:sldMk cId="2654193904" sldId="263"/>
            <ac:spMk id="112" creationId="{F9D95E49-763A-4886-B038-82F734740554}"/>
          </ac:spMkLst>
        </pc:spChg>
        <pc:spChg chg="add del">
          <ac:chgData name="Whitney Hardy" userId="e43d300316c7abc2" providerId="LiveId" clId="{2744D87A-DF3B-4B23-AB0D-55E3A4AC649B}" dt="2025-10-17T18:17:30.824" v="2644" actId="26606"/>
          <ac:spMkLst>
            <pc:docMk/>
            <pc:sldMk cId="2654193904" sldId="263"/>
            <ac:spMk id="117" creationId="{DF05ACD0-FF4A-4F8F-B5C5-6A4EBD0D1B38}"/>
          </ac:spMkLst>
        </pc:spChg>
        <pc:spChg chg="add del">
          <ac:chgData name="Whitney Hardy" userId="e43d300316c7abc2" providerId="LiveId" clId="{2744D87A-DF3B-4B23-AB0D-55E3A4AC649B}" dt="2025-10-17T18:17:30.824" v="2644" actId="26606"/>
          <ac:spMkLst>
            <pc:docMk/>
            <pc:sldMk cId="2654193904" sldId="263"/>
            <ac:spMk id="118" creationId="{4C9AFA28-B5ED-4346-9AF7-68A157F16C7E}"/>
          </ac:spMkLst>
        </pc:spChg>
        <pc:spChg chg="add del">
          <ac:chgData name="Whitney Hardy" userId="e43d300316c7abc2" providerId="LiveId" clId="{2744D87A-DF3B-4B23-AB0D-55E3A4AC649B}" dt="2025-10-17T18:20:34.476" v="2680" actId="26606"/>
          <ac:spMkLst>
            <pc:docMk/>
            <pc:sldMk cId="2654193904" sldId="263"/>
            <ac:spMk id="123" creationId="{2B97F24A-32CE-4C1C-A50D-3016B394DCFB}"/>
          </ac:spMkLst>
        </pc:spChg>
        <pc:spChg chg="add del">
          <ac:chgData name="Whitney Hardy" userId="e43d300316c7abc2" providerId="LiveId" clId="{2744D87A-DF3B-4B23-AB0D-55E3A4AC649B}" dt="2025-10-17T18:20:34.476" v="2680" actId="26606"/>
          <ac:spMkLst>
            <pc:docMk/>
            <pc:sldMk cId="2654193904" sldId="263"/>
            <ac:spMk id="125" creationId="{CD8B4F24-440B-49E9-B85D-733523DC064B}"/>
          </ac:spMkLst>
        </pc:spChg>
        <pc:spChg chg="add">
          <ac:chgData name="Whitney Hardy" userId="e43d300316c7abc2" providerId="LiveId" clId="{2744D87A-DF3B-4B23-AB0D-55E3A4AC649B}" dt="2025-10-17T18:20:34.476" v="2680" actId="26606"/>
          <ac:spMkLst>
            <pc:docMk/>
            <pc:sldMk cId="2654193904" sldId="263"/>
            <ac:spMk id="130" creationId="{C6FC42E6-6C25-4922-95D2-B97B1E123559}"/>
          </ac:spMkLst>
        </pc:spChg>
        <pc:spChg chg="add">
          <ac:chgData name="Whitney Hardy" userId="e43d300316c7abc2" providerId="LiveId" clId="{2744D87A-DF3B-4B23-AB0D-55E3A4AC649B}" dt="2025-10-17T18:20:34.476" v="2680" actId="26606"/>
          <ac:spMkLst>
            <pc:docMk/>
            <pc:sldMk cId="2654193904" sldId="263"/>
            <ac:spMk id="132" creationId="{0295F874-A8A5-4A14-8CFC-828968DE64C4}"/>
          </ac:spMkLst>
        </pc:spChg>
        <pc:picChg chg="add del mod">
          <ac:chgData name="Whitney Hardy" userId="e43d300316c7abc2" providerId="LiveId" clId="{2744D87A-DF3B-4B23-AB0D-55E3A4AC649B}" dt="2025-10-16T19:34:06.191" v="1308" actId="478"/>
          <ac:picMkLst>
            <pc:docMk/>
            <pc:sldMk cId="2654193904" sldId="263"/>
            <ac:picMk id="4" creationId="{31DBA1FE-CA7D-4DCB-BC05-55DA281FA9D4}"/>
          </ac:picMkLst>
        </pc:picChg>
        <pc:picChg chg="add del mod ord">
          <ac:chgData name="Whitney Hardy" userId="e43d300316c7abc2" providerId="LiveId" clId="{2744D87A-DF3B-4B23-AB0D-55E3A4AC649B}" dt="2025-10-16T23:54:42.755" v="2080" actId="478"/>
          <ac:picMkLst>
            <pc:docMk/>
            <pc:sldMk cId="2654193904" sldId="263"/>
            <ac:picMk id="6" creationId="{77FCD43D-64CD-8F7A-CD9E-DB7B6E15D62C}"/>
          </ac:picMkLst>
        </pc:picChg>
        <pc:picChg chg="add del mod">
          <ac:chgData name="Whitney Hardy" userId="e43d300316c7abc2" providerId="LiveId" clId="{2744D87A-DF3B-4B23-AB0D-55E3A4AC649B}" dt="2025-10-17T18:10:03.059" v="2561" actId="478"/>
          <ac:picMkLst>
            <pc:docMk/>
            <pc:sldMk cId="2654193904" sldId="263"/>
            <ac:picMk id="10" creationId="{388465A5-1387-1548-E6EB-95C8F078EE7A}"/>
          </ac:picMkLst>
        </pc:picChg>
        <pc:picChg chg="add del mod ord">
          <ac:chgData name="Whitney Hardy" userId="e43d300316c7abc2" providerId="LiveId" clId="{2744D87A-DF3B-4B23-AB0D-55E3A4AC649B}" dt="2025-10-17T18:21:52.375" v="2692" actId="1076"/>
          <ac:picMkLst>
            <pc:docMk/>
            <pc:sldMk cId="2654193904" sldId="263"/>
            <ac:picMk id="13" creationId="{8523D231-9C41-17FE-E659-D01907E5A101}"/>
          </ac:picMkLst>
        </pc:picChg>
        <pc:picChg chg="add del mod">
          <ac:chgData name="Whitney Hardy" userId="e43d300316c7abc2" providerId="LiveId" clId="{2744D87A-DF3B-4B23-AB0D-55E3A4AC649B}" dt="2025-10-17T18:15:41.509" v="2621" actId="22"/>
          <ac:picMkLst>
            <pc:docMk/>
            <pc:sldMk cId="2654193904" sldId="263"/>
            <ac:picMk id="19" creationId="{7F1494A5-9072-B269-39FB-09F71CABAF01}"/>
          </ac:picMkLst>
        </pc:picChg>
        <pc:picChg chg="add del mod">
          <ac:chgData name="Whitney Hardy" userId="e43d300316c7abc2" providerId="LiveId" clId="{2744D87A-DF3B-4B23-AB0D-55E3A4AC649B}" dt="2025-10-17T18:19:45.010" v="2667" actId="478"/>
          <ac:picMkLst>
            <pc:docMk/>
            <pc:sldMk cId="2654193904" sldId="263"/>
            <ac:picMk id="22" creationId="{185EA721-43A8-F0D7-1228-525ACD02153A}"/>
          </ac:picMkLst>
        </pc:picChg>
        <pc:cxnChg chg="add del">
          <ac:chgData name="Whitney Hardy" userId="e43d300316c7abc2" providerId="LiveId" clId="{2744D87A-DF3B-4B23-AB0D-55E3A4AC649B}" dt="2025-10-17T18:16:52.173" v="2634" actId="26606"/>
          <ac:cxnSpMkLst>
            <pc:docMk/>
            <pc:sldMk cId="2654193904" sldId="263"/>
            <ac:cxnSpMk id="115" creationId="{3EFADC67-92A1-44FB-8691-D8CD71A21EFA}"/>
          </ac:cxnSpMkLst>
        </pc:cxnChg>
      </pc:sldChg>
      <pc:sldChg chg="addSp modSp new del mod ord setBg">
        <pc:chgData name="Whitney Hardy" userId="e43d300316c7abc2" providerId="LiveId" clId="{2744D87A-DF3B-4B23-AB0D-55E3A4AC649B}" dt="2025-10-16T23:21:19.055" v="1703" actId="2696"/>
        <pc:sldMkLst>
          <pc:docMk/>
          <pc:sldMk cId="1550561940" sldId="264"/>
        </pc:sldMkLst>
        <pc:spChg chg="mod">
          <ac:chgData name="Whitney Hardy" userId="e43d300316c7abc2" providerId="LiveId" clId="{2744D87A-DF3B-4B23-AB0D-55E3A4AC649B}" dt="2025-10-16T21:24:50.920" v="1585" actId="26606"/>
          <ac:spMkLst>
            <pc:docMk/>
            <pc:sldMk cId="1550561940" sldId="264"/>
            <ac:spMk id="2" creationId="{23FA7062-5E92-A283-9ADA-A50F1F907C98}"/>
          </ac:spMkLst>
        </pc:spChg>
        <pc:spChg chg="mod">
          <ac:chgData name="Whitney Hardy" userId="e43d300316c7abc2" providerId="LiveId" clId="{2744D87A-DF3B-4B23-AB0D-55E3A4AC649B}" dt="2025-10-16T21:24:50.920" v="1585" actId="26606"/>
          <ac:spMkLst>
            <pc:docMk/>
            <pc:sldMk cId="1550561940" sldId="264"/>
            <ac:spMk id="3" creationId="{B21347E9-BE64-23E6-571D-025FB71014AC}"/>
          </ac:spMkLst>
        </pc:spChg>
        <pc:spChg chg="add">
          <ac:chgData name="Whitney Hardy" userId="e43d300316c7abc2" providerId="LiveId" clId="{2744D87A-DF3B-4B23-AB0D-55E3A4AC649B}" dt="2025-10-16T21:24:50.920" v="1585" actId="26606"/>
          <ac:spMkLst>
            <pc:docMk/>
            <pc:sldMk cId="1550561940" sldId="264"/>
            <ac:spMk id="8" creationId="{100EDD19-6802-4EC3-95CE-CFFAB042CFD6}"/>
          </ac:spMkLst>
        </pc:spChg>
        <pc:spChg chg="add">
          <ac:chgData name="Whitney Hardy" userId="e43d300316c7abc2" providerId="LiveId" clId="{2744D87A-DF3B-4B23-AB0D-55E3A4AC649B}" dt="2025-10-16T21:24:50.920" v="1585" actId="26606"/>
          <ac:spMkLst>
            <pc:docMk/>
            <pc:sldMk cId="1550561940" sldId="264"/>
            <ac:spMk id="10" creationId="{DB17E863-922E-4C26-BD64-E8FD41D28661}"/>
          </ac:spMkLst>
        </pc:spChg>
      </pc:sldChg>
      <pc:sldChg chg="addSp delSp modSp new mod setBg delDesignElem chgLayout">
        <pc:chgData name="Whitney Hardy" userId="e43d300316c7abc2" providerId="LiveId" clId="{2744D87A-DF3B-4B23-AB0D-55E3A4AC649B}" dt="2025-10-17T19:40:40.792" v="3271" actId="1076"/>
        <pc:sldMkLst>
          <pc:docMk/>
          <pc:sldMk cId="1050050653" sldId="265"/>
        </pc:sldMkLst>
        <pc:spChg chg="del mod">
          <ac:chgData name="Whitney Hardy" userId="e43d300316c7abc2" providerId="LiveId" clId="{2744D87A-DF3B-4B23-AB0D-55E3A4AC649B}" dt="2025-10-17T18:57:58.164" v="2930" actId="6264"/>
          <ac:spMkLst>
            <pc:docMk/>
            <pc:sldMk cId="1050050653" sldId="265"/>
            <ac:spMk id="2" creationId="{A38FF99E-AF09-D59C-4577-ACAA5B620E18}"/>
          </ac:spMkLst>
        </pc:spChg>
        <pc:spChg chg="del mod">
          <ac:chgData name="Whitney Hardy" userId="e43d300316c7abc2" providerId="LiveId" clId="{2744D87A-DF3B-4B23-AB0D-55E3A4AC649B}" dt="2025-10-16T23:50:12.174" v="2045" actId="478"/>
          <ac:spMkLst>
            <pc:docMk/>
            <pc:sldMk cId="1050050653" sldId="265"/>
            <ac:spMk id="3" creationId="{1A003C40-C2A1-DD9F-3C4C-06B3C7179F7F}"/>
          </ac:spMkLst>
        </pc:spChg>
        <pc:spChg chg="add del">
          <ac:chgData name="Whitney Hardy" userId="e43d300316c7abc2" providerId="LiveId" clId="{2744D87A-DF3B-4B23-AB0D-55E3A4AC649B}" dt="2025-10-16T23:51:00.354" v="2049" actId="26606"/>
          <ac:spMkLst>
            <pc:docMk/>
            <pc:sldMk cId="1050050653" sldId="265"/>
            <ac:spMk id="8" creationId="{100EDD19-6802-4EC3-95CE-CFFAB042CFD6}"/>
          </ac:spMkLst>
        </pc:spChg>
        <pc:spChg chg="add mod ord">
          <ac:chgData name="Whitney Hardy" userId="e43d300316c7abc2" providerId="LiveId" clId="{2744D87A-DF3B-4B23-AB0D-55E3A4AC649B}" dt="2025-10-17T19:35:34.480" v="3064" actId="20577"/>
          <ac:spMkLst>
            <pc:docMk/>
            <pc:sldMk cId="1050050653" sldId="265"/>
            <ac:spMk id="9" creationId="{8156AEB6-F8FF-07CB-EECD-8F4E05AAFF18}"/>
          </ac:spMkLst>
        </pc:spChg>
        <pc:spChg chg="add del">
          <ac:chgData name="Whitney Hardy" userId="e43d300316c7abc2" providerId="LiveId" clId="{2744D87A-DF3B-4B23-AB0D-55E3A4AC649B}" dt="2025-10-16T23:51:00.354" v="2049" actId="26606"/>
          <ac:spMkLst>
            <pc:docMk/>
            <pc:sldMk cId="1050050653" sldId="265"/>
            <ac:spMk id="10" creationId="{DB17E863-922E-4C26-BD64-E8FD41D28661}"/>
          </ac:spMkLst>
        </pc:spChg>
        <pc:spChg chg="add mod ord">
          <ac:chgData name="Whitney Hardy" userId="e43d300316c7abc2" providerId="LiveId" clId="{2744D87A-DF3B-4B23-AB0D-55E3A4AC649B}" dt="2025-10-17T19:36:25.154" v="3118" actId="20577"/>
          <ac:spMkLst>
            <pc:docMk/>
            <pc:sldMk cId="1050050653" sldId="265"/>
            <ac:spMk id="11" creationId="{ACFE3007-9218-9679-46D8-524E89679F44}"/>
          </ac:spMkLst>
        </pc:spChg>
        <pc:spChg chg="add del">
          <ac:chgData name="Whitney Hardy" userId="e43d300316c7abc2" providerId="LiveId" clId="{2744D87A-DF3B-4B23-AB0D-55E3A4AC649B}" dt="2025-10-17T18:57:58.164" v="2930" actId="6264"/>
          <ac:spMkLst>
            <pc:docMk/>
            <pc:sldMk cId="1050050653" sldId="265"/>
            <ac:spMk id="15" creationId="{DF05ACD0-FF4A-4F8F-B5C5-6A4EBD0D1B38}"/>
          </ac:spMkLst>
        </pc:spChg>
        <pc:spChg chg="add del">
          <ac:chgData name="Whitney Hardy" userId="e43d300316c7abc2" providerId="LiveId" clId="{2744D87A-DF3B-4B23-AB0D-55E3A4AC649B}" dt="2025-10-17T18:57:58.164" v="2930" actId="6264"/>
          <ac:spMkLst>
            <pc:docMk/>
            <pc:sldMk cId="1050050653" sldId="265"/>
            <ac:spMk id="17" creationId="{4C9AFA28-B5ED-4346-9AF7-68A157F16C7E}"/>
          </ac:spMkLst>
        </pc:spChg>
        <pc:spChg chg="add mod">
          <ac:chgData name="Whitney Hardy" userId="e43d300316c7abc2" providerId="LiveId" clId="{2744D87A-DF3B-4B23-AB0D-55E3A4AC649B}" dt="2025-10-17T19:37:59.504" v="3232" actId="1076"/>
          <ac:spMkLst>
            <pc:docMk/>
            <pc:sldMk cId="1050050653" sldId="265"/>
            <ac:spMk id="18" creationId="{FB032829-C99F-ABF5-103C-AE451DC92B19}"/>
          </ac:spMkLst>
        </pc:spChg>
        <pc:spChg chg="add mod">
          <ac:chgData name="Whitney Hardy" userId="e43d300316c7abc2" providerId="LiveId" clId="{2744D87A-DF3B-4B23-AB0D-55E3A4AC649B}" dt="2025-10-17T19:38:32.951" v="3239" actId="1076"/>
          <ac:spMkLst>
            <pc:docMk/>
            <pc:sldMk cId="1050050653" sldId="265"/>
            <ac:spMk id="19" creationId="{DB496540-E3D0-2685-C22B-7F1E6AC56BD9}"/>
          </ac:spMkLst>
        </pc:spChg>
        <pc:spChg chg="add mod">
          <ac:chgData name="Whitney Hardy" userId="e43d300316c7abc2" providerId="LiveId" clId="{2744D87A-DF3B-4B23-AB0D-55E3A4AC649B}" dt="2025-10-17T19:38:44.800" v="3243" actId="1076"/>
          <ac:spMkLst>
            <pc:docMk/>
            <pc:sldMk cId="1050050653" sldId="265"/>
            <ac:spMk id="20" creationId="{B296F5E8-B2EC-A147-72E4-5AA5C9AD8E96}"/>
          </ac:spMkLst>
        </pc:spChg>
        <pc:spChg chg="add del">
          <ac:chgData name="Whitney Hardy" userId="e43d300316c7abc2" providerId="LiveId" clId="{2744D87A-DF3B-4B23-AB0D-55E3A4AC649B}" dt="2025-10-17T19:33:52.018" v="3050" actId="26606"/>
          <ac:spMkLst>
            <pc:docMk/>
            <pc:sldMk cId="1050050653" sldId="265"/>
            <ac:spMk id="21" creationId="{20366137-3DBB-4912-98D5-6727020207DE}"/>
          </ac:spMkLst>
        </pc:spChg>
        <pc:spChg chg="add del">
          <ac:chgData name="Whitney Hardy" userId="e43d300316c7abc2" providerId="LiveId" clId="{2744D87A-DF3B-4B23-AB0D-55E3A4AC649B}" dt="2025-10-17T19:33:52.018" v="3050" actId="26606"/>
          <ac:spMkLst>
            <pc:docMk/>
            <pc:sldMk cId="1050050653" sldId="265"/>
            <ac:spMk id="23" creationId="{5D28D1CE-5BF4-45B7-8D6D-B31A3198079C}"/>
          </ac:spMkLst>
        </pc:spChg>
        <pc:spChg chg="add del">
          <ac:chgData name="Whitney Hardy" userId="e43d300316c7abc2" providerId="LiveId" clId="{2744D87A-DF3B-4B23-AB0D-55E3A4AC649B}" dt="2025-10-17T19:34:07.982" v="3056" actId="26606"/>
          <ac:spMkLst>
            <pc:docMk/>
            <pc:sldMk cId="1050050653" sldId="265"/>
            <ac:spMk id="25" creationId="{2568BC19-F052-4108-93E1-6A3D1DEC072F}"/>
          </ac:spMkLst>
        </pc:spChg>
        <pc:spChg chg="add del">
          <ac:chgData name="Whitney Hardy" userId="e43d300316c7abc2" providerId="LiveId" clId="{2744D87A-DF3B-4B23-AB0D-55E3A4AC649B}" dt="2025-10-17T19:34:07.982" v="3056" actId="26606"/>
          <ac:spMkLst>
            <pc:docMk/>
            <pc:sldMk cId="1050050653" sldId="265"/>
            <ac:spMk id="26" creationId="{88263A24-0C1F-4677-B43C-4AE14E276B27}"/>
          </ac:spMkLst>
        </pc:spChg>
        <pc:spChg chg="add del">
          <ac:chgData name="Whitney Hardy" userId="e43d300316c7abc2" providerId="LiveId" clId="{2744D87A-DF3B-4B23-AB0D-55E3A4AC649B}" dt="2025-10-17T19:34:07.982" v="3056" actId="26606"/>
          <ac:spMkLst>
            <pc:docMk/>
            <pc:sldMk cId="1050050653" sldId="265"/>
            <ac:spMk id="27" creationId="{D5FD337D-4D6B-4C8B-B6F5-121097E09881}"/>
          </ac:spMkLst>
        </pc:spChg>
        <pc:spChg chg="add del">
          <ac:chgData name="Whitney Hardy" userId="e43d300316c7abc2" providerId="LiveId" clId="{2744D87A-DF3B-4B23-AB0D-55E3A4AC649B}" dt="2025-10-17T19:34:07.982" v="3056" actId="26606"/>
          <ac:spMkLst>
            <pc:docMk/>
            <pc:sldMk cId="1050050653" sldId="265"/>
            <ac:spMk id="28" creationId="{0ADDB668-2CA4-4D2B-9C34-3487CA330BA8}"/>
          </ac:spMkLst>
        </pc:spChg>
        <pc:spChg chg="add">
          <ac:chgData name="Whitney Hardy" userId="e43d300316c7abc2" providerId="LiveId" clId="{2744D87A-DF3B-4B23-AB0D-55E3A4AC649B}" dt="2025-10-17T19:34:07.982" v="3056" actId="26606"/>
          <ac:spMkLst>
            <pc:docMk/>
            <pc:sldMk cId="1050050653" sldId="265"/>
            <ac:spMk id="33" creationId="{96646FC9-C66D-4EC7-8310-0DD4ACC49C6C}"/>
          </ac:spMkLst>
        </pc:spChg>
        <pc:spChg chg="add">
          <ac:chgData name="Whitney Hardy" userId="e43d300316c7abc2" providerId="LiveId" clId="{2744D87A-DF3B-4B23-AB0D-55E3A4AC649B}" dt="2025-10-17T19:34:07.982" v="3056" actId="26606"/>
          <ac:spMkLst>
            <pc:docMk/>
            <pc:sldMk cId="1050050653" sldId="265"/>
            <ac:spMk id="35" creationId="{A3473CF9-37EB-43E7-89EF-D2D1C53D1DAC}"/>
          </ac:spMkLst>
        </pc:spChg>
        <pc:spChg chg="add">
          <ac:chgData name="Whitney Hardy" userId="e43d300316c7abc2" providerId="LiveId" clId="{2744D87A-DF3B-4B23-AB0D-55E3A4AC649B}" dt="2025-10-17T19:34:07.982" v="3056" actId="26606"/>
          <ac:spMkLst>
            <pc:docMk/>
            <pc:sldMk cId="1050050653" sldId="265"/>
            <ac:spMk id="37" creationId="{586B4EF9-43BA-4655-A6FF-1D8E21574C95}"/>
          </ac:spMkLst>
        </pc:spChg>
        <pc:picChg chg="add del mod">
          <ac:chgData name="Whitney Hardy" userId="e43d300316c7abc2" providerId="LiveId" clId="{2744D87A-DF3B-4B23-AB0D-55E3A4AC649B}" dt="2025-10-16T23:52:03.758" v="2055" actId="478"/>
          <ac:picMkLst>
            <pc:docMk/>
            <pc:sldMk cId="1050050653" sldId="265"/>
            <ac:picMk id="5" creationId="{ED857C87-1758-30EC-5138-DAB821D00E1C}"/>
          </ac:picMkLst>
        </pc:picChg>
        <pc:picChg chg="add del mod">
          <ac:chgData name="Whitney Hardy" userId="e43d300316c7abc2" providerId="LiveId" clId="{2744D87A-DF3B-4B23-AB0D-55E3A4AC649B}" dt="2025-10-17T18:56:54.136" v="2920" actId="478"/>
          <ac:picMkLst>
            <pc:docMk/>
            <pc:sldMk cId="1050050653" sldId="265"/>
            <ac:picMk id="7" creationId="{67B4005B-B9C8-5B9C-EB48-6EAD96FC2D4B}"/>
          </ac:picMkLst>
        </pc:picChg>
        <pc:picChg chg="add mod ord">
          <ac:chgData name="Whitney Hardy" userId="e43d300316c7abc2" providerId="LiveId" clId="{2744D87A-DF3B-4B23-AB0D-55E3A4AC649B}" dt="2025-10-17T19:40:38.047" v="3270" actId="1076"/>
          <ac:picMkLst>
            <pc:docMk/>
            <pc:sldMk cId="1050050653" sldId="265"/>
            <ac:picMk id="13" creationId="{E80D2F59-7712-FD8E-F363-29F0940EF948}"/>
          </ac:picMkLst>
        </pc:picChg>
        <pc:picChg chg="add mod">
          <ac:chgData name="Whitney Hardy" userId="e43d300316c7abc2" providerId="LiveId" clId="{2744D87A-DF3B-4B23-AB0D-55E3A4AC649B}" dt="2025-10-17T19:40:40.792" v="3271" actId="1076"/>
          <ac:picMkLst>
            <pc:docMk/>
            <pc:sldMk cId="1050050653" sldId="265"/>
            <ac:picMk id="16" creationId="{6430047F-65E7-4BC3-A657-31C2C4BAF5D9}"/>
          </ac:picMkLst>
        </pc:picChg>
      </pc:sldChg>
      <pc:sldChg chg="modSp new del mod ord">
        <pc:chgData name="Whitney Hardy" userId="e43d300316c7abc2" providerId="LiveId" clId="{2744D87A-DF3B-4B23-AB0D-55E3A4AC649B}" dt="2025-10-17T21:55:32.502" v="3289" actId="2696"/>
        <pc:sldMkLst>
          <pc:docMk/>
          <pc:sldMk cId="872891172" sldId="266"/>
        </pc:sldMkLst>
      </pc:sldChg>
      <pc:sldChg chg="modSp new del mod">
        <pc:chgData name="Whitney Hardy" userId="e43d300316c7abc2" providerId="LiveId" clId="{2744D87A-DF3B-4B23-AB0D-55E3A4AC649B}" dt="2025-10-17T22:22:19.610" v="3926" actId="2696"/>
        <pc:sldMkLst>
          <pc:docMk/>
          <pc:sldMk cId="968635781" sldId="267"/>
        </pc:sldMkLst>
      </pc:sldChg>
      <pc:sldChg chg="addSp delSp modSp new mod setBg">
        <pc:chgData name="Whitney Hardy" userId="e43d300316c7abc2" providerId="LiveId" clId="{2744D87A-DF3B-4B23-AB0D-55E3A4AC649B}" dt="2025-10-17T22:23:49.590" v="3979" actId="404"/>
        <pc:sldMkLst>
          <pc:docMk/>
          <pc:sldMk cId="1083651240" sldId="268"/>
        </pc:sldMkLst>
        <pc:spChg chg="mod">
          <ac:chgData name="Whitney Hardy" userId="e43d300316c7abc2" providerId="LiveId" clId="{2744D87A-DF3B-4B23-AB0D-55E3A4AC649B}" dt="2025-10-16T21:25:34.386" v="1601" actId="26606"/>
          <ac:spMkLst>
            <pc:docMk/>
            <pc:sldMk cId="1083651240" sldId="268"/>
            <ac:spMk id="2" creationId="{C0364696-A2B2-C8EE-3E1B-F7AAE9F0F3A7}"/>
          </ac:spMkLst>
        </pc:spChg>
        <pc:spChg chg="add del mod">
          <ac:chgData name="Whitney Hardy" userId="e43d300316c7abc2" providerId="LiveId" clId="{2744D87A-DF3B-4B23-AB0D-55E3A4AC649B}" dt="2025-10-16T21:25:34.386" v="1601" actId="26606"/>
          <ac:spMkLst>
            <pc:docMk/>
            <pc:sldMk cId="1083651240" sldId="268"/>
            <ac:spMk id="3" creationId="{1460018A-15F4-918C-D5B7-3A8A63B097D0}"/>
          </ac:spMkLst>
        </pc:spChg>
        <pc:spChg chg="add del">
          <ac:chgData name="Whitney Hardy" userId="e43d300316c7abc2" providerId="LiveId" clId="{2744D87A-DF3B-4B23-AB0D-55E3A4AC649B}" dt="2025-10-16T21:25:19.038" v="1592" actId="26606"/>
          <ac:spMkLst>
            <pc:docMk/>
            <pc:sldMk cId="1083651240" sldId="268"/>
            <ac:spMk id="8" creationId="{777A147A-9ED8-46B4-8660-1B3C2AA880B5}"/>
          </ac:spMkLst>
        </pc:spChg>
        <pc:spChg chg="add del">
          <ac:chgData name="Whitney Hardy" userId="e43d300316c7abc2" providerId="LiveId" clId="{2744D87A-DF3B-4B23-AB0D-55E3A4AC649B}" dt="2025-10-16T21:25:19.038" v="1592" actId="26606"/>
          <ac:spMkLst>
            <pc:docMk/>
            <pc:sldMk cId="1083651240" sldId="268"/>
            <ac:spMk id="10" creationId="{5D6C15A0-C087-4593-8414-2B4EC1CDC3DE}"/>
          </ac:spMkLst>
        </pc:spChg>
        <pc:spChg chg="add del">
          <ac:chgData name="Whitney Hardy" userId="e43d300316c7abc2" providerId="LiveId" clId="{2744D87A-DF3B-4B23-AB0D-55E3A4AC649B}" dt="2025-10-16T21:25:27.232" v="1594" actId="26606"/>
          <ac:spMkLst>
            <pc:docMk/>
            <pc:sldMk cId="1083651240" sldId="268"/>
            <ac:spMk id="12" creationId="{8E0105E7-23DB-4CF2-8258-FF47C7620F6E}"/>
          </ac:spMkLst>
        </pc:spChg>
        <pc:spChg chg="add del">
          <ac:chgData name="Whitney Hardy" userId="e43d300316c7abc2" providerId="LiveId" clId="{2744D87A-DF3B-4B23-AB0D-55E3A4AC649B}" dt="2025-10-16T21:25:27.232" v="1594" actId="26606"/>
          <ac:spMkLst>
            <pc:docMk/>
            <pc:sldMk cId="1083651240" sldId="268"/>
            <ac:spMk id="13" creationId="{DAF1966E-FD40-4A4A-B61B-C4DF7FA05F06}"/>
          </ac:spMkLst>
        </pc:spChg>
        <pc:spChg chg="add del">
          <ac:chgData name="Whitney Hardy" userId="e43d300316c7abc2" providerId="LiveId" clId="{2744D87A-DF3B-4B23-AB0D-55E3A4AC649B}" dt="2025-10-16T21:25:27.232" v="1594" actId="26606"/>
          <ac:spMkLst>
            <pc:docMk/>
            <pc:sldMk cId="1083651240" sldId="268"/>
            <ac:spMk id="14" creationId="{074B4F7D-14B2-478B-8BF5-01E4E0C5D263}"/>
          </ac:spMkLst>
        </pc:spChg>
        <pc:spChg chg="add del">
          <ac:chgData name="Whitney Hardy" userId="e43d300316c7abc2" providerId="LiveId" clId="{2744D87A-DF3B-4B23-AB0D-55E3A4AC649B}" dt="2025-10-16T21:25:27.232" v="1594" actId="26606"/>
          <ac:spMkLst>
            <pc:docMk/>
            <pc:sldMk cId="1083651240" sldId="268"/>
            <ac:spMk id="15" creationId="{047BFA19-D45E-416B-A404-7AF2F3F27017}"/>
          </ac:spMkLst>
        </pc:spChg>
        <pc:spChg chg="add del">
          <ac:chgData name="Whitney Hardy" userId="e43d300316c7abc2" providerId="LiveId" clId="{2744D87A-DF3B-4B23-AB0D-55E3A4AC649B}" dt="2025-10-16T21:25:30.946" v="1598" actId="26606"/>
          <ac:spMkLst>
            <pc:docMk/>
            <pc:sldMk cId="1083651240" sldId="268"/>
            <ac:spMk id="19" creationId="{DBF61EA3-B236-439E-9C0B-340980D56BEE}"/>
          </ac:spMkLst>
        </pc:spChg>
        <pc:spChg chg="add del">
          <ac:chgData name="Whitney Hardy" userId="e43d300316c7abc2" providerId="LiveId" clId="{2744D87A-DF3B-4B23-AB0D-55E3A4AC649B}" dt="2025-10-16T21:25:30.946" v="1598" actId="26606"/>
          <ac:spMkLst>
            <pc:docMk/>
            <pc:sldMk cId="1083651240" sldId="268"/>
            <ac:spMk id="22" creationId="{E659831F-0D9A-4C63-9EBB-8435B85A440F}"/>
          </ac:spMkLst>
        </pc:spChg>
        <pc:spChg chg="add del">
          <ac:chgData name="Whitney Hardy" userId="e43d300316c7abc2" providerId="LiveId" clId="{2744D87A-DF3B-4B23-AB0D-55E3A4AC649B}" dt="2025-10-16T21:25:30.946" v="1598" actId="26606"/>
          <ac:spMkLst>
            <pc:docMk/>
            <pc:sldMk cId="1083651240" sldId="268"/>
            <ac:spMk id="23" creationId="{1460018A-15F4-918C-D5B7-3A8A63B097D0}"/>
          </ac:spMkLst>
        </pc:spChg>
        <pc:spChg chg="add del">
          <ac:chgData name="Whitney Hardy" userId="e43d300316c7abc2" providerId="LiveId" clId="{2744D87A-DF3B-4B23-AB0D-55E3A4AC649B}" dt="2025-10-16T21:25:34.370" v="1600" actId="26606"/>
          <ac:spMkLst>
            <pc:docMk/>
            <pc:sldMk cId="1083651240" sldId="268"/>
            <ac:spMk id="25" creationId="{84697CDA-BDB7-4883-B48B-1D4EDB2F0E93}"/>
          </ac:spMkLst>
        </pc:spChg>
        <pc:spChg chg="add del">
          <ac:chgData name="Whitney Hardy" userId="e43d300316c7abc2" providerId="LiveId" clId="{2744D87A-DF3B-4B23-AB0D-55E3A4AC649B}" dt="2025-10-16T21:25:34.370" v="1600" actId="26606"/>
          <ac:spMkLst>
            <pc:docMk/>
            <pc:sldMk cId="1083651240" sldId="268"/>
            <ac:spMk id="26" creationId="{6295B176-FA0E-4B6A-A190-5E2E82BEA57A}"/>
          </ac:spMkLst>
        </pc:spChg>
        <pc:spChg chg="add del">
          <ac:chgData name="Whitney Hardy" userId="e43d300316c7abc2" providerId="LiveId" clId="{2744D87A-DF3B-4B23-AB0D-55E3A4AC649B}" dt="2025-10-16T21:25:34.370" v="1600" actId="26606"/>
          <ac:spMkLst>
            <pc:docMk/>
            <pc:sldMk cId="1083651240" sldId="268"/>
            <ac:spMk id="27" creationId="{48F779DE-4744-42D6-9C74-33EC94460CCC}"/>
          </ac:spMkLst>
        </pc:spChg>
        <pc:spChg chg="add del">
          <ac:chgData name="Whitney Hardy" userId="e43d300316c7abc2" providerId="LiveId" clId="{2744D87A-DF3B-4B23-AB0D-55E3A4AC649B}" dt="2025-10-16T21:25:34.370" v="1600" actId="26606"/>
          <ac:spMkLst>
            <pc:docMk/>
            <pc:sldMk cId="1083651240" sldId="268"/>
            <ac:spMk id="28" creationId="{1460018A-15F4-918C-D5B7-3A8A63B097D0}"/>
          </ac:spMkLst>
        </pc:spChg>
        <pc:spChg chg="add">
          <ac:chgData name="Whitney Hardy" userId="e43d300316c7abc2" providerId="LiveId" clId="{2744D87A-DF3B-4B23-AB0D-55E3A4AC649B}" dt="2025-10-16T21:25:34.386" v="1601" actId="26606"/>
          <ac:spMkLst>
            <pc:docMk/>
            <pc:sldMk cId="1083651240" sldId="268"/>
            <ac:spMk id="30" creationId="{DAF1966E-FD40-4A4A-B61B-C4DF7FA05F06}"/>
          </ac:spMkLst>
        </pc:spChg>
        <pc:spChg chg="add">
          <ac:chgData name="Whitney Hardy" userId="e43d300316c7abc2" providerId="LiveId" clId="{2744D87A-DF3B-4B23-AB0D-55E3A4AC649B}" dt="2025-10-16T21:25:34.386" v="1601" actId="26606"/>
          <ac:spMkLst>
            <pc:docMk/>
            <pc:sldMk cId="1083651240" sldId="268"/>
            <ac:spMk id="31" creationId="{047BFA19-D45E-416B-A404-7AF2F3F27017}"/>
          </ac:spMkLst>
        </pc:spChg>
        <pc:spChg chg="add">
          <ac:chgData name="Whitney Hardy" userId="e43d300316c7abc2" providerId="LiveId" clId="{2744D87A-DF3B-4B23-AB0D-55E3A4AC649B}" dt="2025-10-16T21:25:34.386" v="1601" actId="26606"/>
          <ac:spMkLst>
            <pc:docMk/>
            <pc:sldMk cId="1083651240" sldId="268"/>
            <ac:spMk id="32" creationId="{8E0105E7-23DB-4CF2-8258-FF47C7620F6E}"/>
          </ac:spMkLst>
        </pc:spChg>
        <pc:spChg chg="add">
          <ac:chgData name="Whitney Hardy" userId="e43d300316c7abc2" providerId="LiveId" clId="{2744D87A-DF3B-4B23-AB0D-55E3A4AC649B}" dt="2025-10-16T21:25:34.386" v="1601" actId="26606"/>
          <ac:spMkLst>
            <pc:docMk/>
            <pc:sldMk cId="1083651240" sldId="268"/>
            <ac:spMk id="33" creationId="{074B4F7D-14B2-478B-8BF5-01E4E0C5D263}"/>
          </ac:spMkLst>
        </pc:spChg>
        <pc:spChg chg="add mod">
          <ac:chgData name="Whitney Hardy" userId="e43d300316c7abc2" providerId="LiveId" clId="{2744D87A-DF3B-4B23-AB0D-55E3A4AC649B}" dt="2025-10-17T22:23:49.590" v="3979" actId="404"/>
          <ac:spMkLst>
            <pc:docMk/>
            <pc:sldMk cId="1083651240" sldId="268"/>
            <ac:spMk id="34" creationId="{1460018A-15F4-918C-D5B7-3A8A63B097D0}"/>
          </ac:spMkLst>
        </pc:spChg>
        <pc:grpChg chg="add del">
          <ac:chgData name="Whitney Hardy" userId="e43d300316c7abc2" providerId="LiveId" clId="{2744D87A-DF3B-4B23-AB0D-55E3A4AC649B}" dt="2025-10-16T21:25:30.946" v="1598" actId="26606"/>
          <ac:grpSpMkLst>
            <pc:docMk/>
            <pc:sldMk cId="1083651240" sldId="268"/>
            <ac:grpSpMk id="20" creationId="{28FAF094-D087-493F-8DF9-A486C2D6BBAA}"/>
          </ac:grpSpMkLst>
        </pc:grpChg>
        <pc:graphicFrameChg chg="add del">
          <ac:chgData name="Whitney Hardy" userId="e43d300316c7abc2" providerId="LiveId" clId="{2744D87A-DF3B-4B23-AB0D-55E3A4AC649B}" dt="2025-10-16T21:25:29.182" v="1596" actId="26606"/>
          <ac:graphicFrameMkLst>
            <pc:docMk/>
            <pc:sldMk cId="1083651240" sldId="268"/>
            <ac:graphicFrameMk id="17" creationId="{BD9320F7-762E-3E20-FEDC-C294B4F03A90}"/>
          </ac:graphicFrameMkLst>
        </pc:graphicFrameChg>
        <pc:picChg chg="add del">
          <ac:chgData name="Whitney Hardy" userId="e43d300316c7abc2" providerId="LiveId" clId="{2744D87A-DF3B-4B23-AB0D-55E3A4AC649B}" dt="2025-10-16T21:21:14.307" v="1501" actId="478"/>
          <ac:picMkLst>
            <pc:docMk/>
            <pc:sldMk cId="1083651240" sldId="268"/>
            <ac:picMk id="5" creationId="{E0BD5916-CDE2-E592-9027-99EDE2938976}"/>
          </ac:picMkLst>
        </pc:picChg>
      </pc:sldChg>
      <pc:sldChg chg="addSp delSp modSp new mod ord setBg">
        <pc:chgData name="Whitney Hardy" userId="e43d300316c7abc2" providerId="LiveId" clId="{2744D87A-DF3B-4B23-AB0D-55E3A4AC649B}" dt="2025-10-17T18:57:15.674" v="2928" actId="20577"/>
        <pc:sldMkLst>
          <pc:docMk/>
          <pc:sldMk cId="1567633400" sldId="269"/>
        </pc:sldMkLst>
        <pc:spChg chg="mod">
          <ac:chgData name="Whitney Hardy" userId="e43d300316c7abc2" providerId="LiveId" clId="{2744D87A-DF3B-4B23-AB0D-55E3A4AC649B}" dt="2025-10-17T18:57:15.674" v="2928" actId="20577"/>
          <ac:spMkLst>
            <pc:docMk/>
            <pc:sldMk cId="1567633400" sldId="269"/>
            <ac:spMk id="2" creationId="{929619AE-A139-5BB9-A488-1E94122ABFBB}"/>
          </ac:spMkLst>
        </pc:spChg>
        <pc:spChg chg="mod">
          <ac:chgData name="Whitney Hardy" userId="e43d300316c7abc2" providerId="LiveId" clId="{2744D87A-DF3B-4B23-AB0D-55E3A4AC649B}" dt="2025-10-17T18:43:31.674" v="2853" actId="5793"/>
          <ac:spMkLst>
            <pc:docMk/>
            <pc:sldMk cId="1567633400" sldId="269"/>
            <ac:spMk id="3" creationId="{248032AC-F1EB-0ED8-A7B6-1F5B09D11DDF}"/>
          </ac:spMkLst>
        </pc:spChg>
        <pc:spChg chg="add del mod">
          <ac:chgData name="Whitney Hardy" userId="e43d300316c7abc2" providerId="LiveId" clId="{2744D87A-DF3B-4B23-AB0D-55E3A4AC649B}" dt="2025-10-17T18:55:18.252" v="2896"/>
          <ac:spMkLst>
            <pc:docMk/>
            <pc:sldMk cId="1567633400" sldId="269"/>
            <ac:spMk id="6" creationId="{772E10F7-F5FC-5259-309C-F6B3F121B164}"/>
          </ac:spMkLst>
        </pc:spChg>
        <pc:spChg chg="add mod">
          <ac:chgData name="Whitney Hardy" userId="e43d300316c7abc2" providerId="LiveId" clId="{2744D87A-DF3B-4B23-AB0D-55E3A4AC649B}" dt="2025-10-17T18:56:44.593" v="2919" actId="20577"/>
          <ac:spMkLst>
            <pc:docMk/>
            <pc:sldMk cId="1567633400" sldId="269"/>
            <ac:spMk id="7" creationId="{7FD05F13-3544-0108-6840-4F21AB10ABE8}"/>
          </ac:spMkLst>
        </pc:spChg>
        <pc:spChg chg="add del">
          <ac:chgData name="Whitney Hardy" userId="e43d300316c7abc2" providerId="LiveId" clId="{2744D87A-DF3B-4B23-AB0D-55E3A4AC649B}" dt="2025-10-16T21:25:07.289" v="1589" actId="26606"/>
          <ac:spMkLst>
            <pc:docMk/>
            <pc:sldMk cId="1567633400" sldId="269"/>
            <ac:spMk id="8" creationId="{777A147A-9ED8-46B4-8660-1B3C2AA880B5}"/>
          </ac:spMkLst>
        </pc:spChg>
        <pc:spChg chg="add del">
          <ac:chgData name="Whitney Hardy" userId="e43d300316c7abc2" providerId="LiveId" clId="{2744D87A-DF3B-4B23-AB0D-55E3A4AC649B}" dt="2025-10-16T21:25:07.289" v="1589" actId="26606"/>
          <ac:spMkLst>
            <pc:docMk/>
            <pc:sldMk cId="1567633400" sldId="269"/>
            <ac:spMk id="10" creationId="{5D6C15A0-C087-4593-8414-2B4EC1CDC3DE}"/>
          </ac:spMkLst>
        </pc:spChg>
        <pc:spChg chg="add del">
          <ac:chgData name="Whitney Hardy" userId="e43d300316c7abc2" providerId="LiveId" clId="{2744D87A-DF3B-4B23-AB0D-55E3A4AC649B}" dt="2025-10-17T18:42:58.725" v="2774" actId="26606"/>
          <ac:spMkLst>
            <pc:docMk/>
            <pc:sldMk cId="1567633400" sldId="269"/>
            <ac:spMk id="12" creationId="{100EDD19-6802-4EC3-95CE-CFFAB042CFD6}"/>
          </ac:spMkLst>
        </pc:spChg>
        <pc:spChg chg="add del">
          <ac:chgData name="Whitney Hardy" userId="e43d300316c7abc2" providerId="LiveId" clId="{2744D87A-DF3B-4B23-AB0D-55E3A4AC649B}" dt="2025-10-17T18:42:58.725" v="2774" actId="26606"/>
          <ac:spMkLst>
            <pc:docMk/>
            <pc:sldMk cId="1567633400" sldId="269"/>
            <ac:spMk id="13" creationId="{DB17E863-922E-4C26-BD64-E8FD41D28661}"/>
          </ac:spMkLst>
        </pc:spChg>
        <pc:spChg chg="add">
          <ac:chgData name="Whitney Hardy" userId="e43d300316c7abc2" providerId="LiveId" clId="{2744D87A-DF3B-4B23-AB0D-55E3A4AC649B}" dt="2025-10-17T18:42:58.725" v="2774" actId="26606"/>
          <ac:spMkLst>
            <pc:docMk/>
            <pc:sldMk cId="1567633400" sldId="269"/>
            <ac:spMk id="18" creationId="{CB299CAB-C506-454B-90FC-4065728297D3}"/>
          </ac:spMkLst>
        </pc:spChg>
        <pc:spChg chg="add">
          <ac:chgData name="Whitney Hardy" userId="e43d300316c7abc2" providerId="LiveId" clId="{2744D87A-DF3B-4B23-AB0D-55E3A4AC649B}" dt="2025-10-17T18:42:58.725" v="2774" actId="26606"/>
          <ac:spMkLst>
            <pc:docMk/>
            <pc:sldMk cId="1567633400" sldId="269"/>
            <ac:spMk id="20" creationId="{C8D99311-F254-40F1-8AB5-EE3E7B9B6872}"/>
          </ac:spMkLst>
        </pc:spChg>
        <pc:spChg chg="add">
          <ac:chgData name="Whitney Hardy" userId="e43d300316c7abc2" providerId="LiveId" clId="{2744D87A-DF3B-4B23-AB0D-55E3A4AC649B}" dt="2025-10-17T18:42:58.725" v="2774" actId="26606"/>
          <ac:spMkLst>
            <pc:docMk/>
            <pc:sldMk cId="1567633400" sldId="269"/>
            <ac:spMk id="22" creationId="{7D89E3CB-00ED-4691-9F0F-F23EA3564705}"/>
          </ac:spMkLst>
        </pc:spChg>
        <pc:picChg chg="add mod">
          <ac:chgData name="Whitney Hardy" userId="e43d300316c7abc2" providerId="LiveId" clId="{2744D87A-DF3B-4B23-AB0D-55E3A4AC649B}" dt="2025-10-17T18:56:14.687" v="2913" actId="1076"/>
          <ac:picMkLst>
            <pc:docMk/>
            <pc:sldMk cId="1567633400" sldId="269"/>
            <ac:picMk id="5" creationId="{FD7DFEB4-53D4-03DE-A7E2-E18BBE4E0B10}"/>
          </ac:picMkLst>
        </pc:picChg>
      </pc:sldChg>
      <pc:sldChg chg="new del">
        <pc:chgData name="Whitney Hardy" userId="e43d300316c7abc2" providerId="LiveId" clId="{2744D87A-DF3B-4B23-AB0D-55E3A4AC649B}" dt="2025-10-16T21:30:20.537" v="1659" actId="2696"/>
        <pc:sldMkLst>
          <pc:docMk/>
          <pc:sldMk cId="3670698398" sldId="270"/>
        </pc:sldMkLst>
      </pc:sldChg>
      <pc:sldChg chg="addSp delSp modSp add mod">
        <pc:chgData name="Whitney Hardy" userId="e43d300316c7abc2" providerId="LiveId" clId="{2744D87A-DF3B-4B23-AB0D-55E3A4AC649B}" dt="2025-10-17T22:12:26.957" v="3695" actId="478"/>
        <pc:sldMkLst>
          <pc:docMk/>
          <pc:sldMk cId="3986055998" sldId="270"/>
        </pc:sldMkLst>
        <pc:spChg chg="mod">
          <ac:chgData name="Whitney Hardy" userId="e43d300316c7abc2" providerId="LiveId" clId="{2744D87A-DF3B-4B23-AB0D-55E3A4AC649B}" dt="2025-10-16T23:53:36.375" v="2073" actId="14100"/>
          <ac:spMkLst>
            <pc:docMk/>
            <pc:sldMk cId="3986055998" sldId="270"/>
            <ac:spMk id="2" creationId="{F6248E88-D566-6376-9C74-89EDC6A0CE15}"/>
          </ac:spMkLst>
        </pc:spChg>
        <pc:spChg chg="add mod">
          <ac:chgData name="Whitney Hardy" userId="e43d300316c7abc2" providerId="LiveId" clId="{2744D87A-DF3B-4B23-AB0D-55E3A4AC649B}" dt="2025-10-17T17:44:55.195" v="2560" actId="14100"/>
          <ac:spMkLst>
            <pc:docMk/>
            <pc:sldMk cId="3986055998" sldId="270"/>
            <ac:spMk id="5" creationId="{EEEEF0BB-215B-2F33-6B4F-815F6351AF1E}"/>
          </ac:spMkLst>
        </pc:spChg>
        <pc:spChg chg="add">
          <ac:chgData name="Whitney Hardy" userId="e43d300316c7abc2" providerId="LiveId" clId="{2744D87A-DF3B-4B23-AB0D-55E3A4AC649B}" dt="2025-10-17T17:44:26.119" v="2553"/>
          <ac:spMkLst>
            <pc:docMk/>
            <pc:sldMk cId="3986055998" sldId="270"/>
            <ac:spMk id="6" creationId="{624E1DDB-7CE6-5C61-E048-74D02F763D63}"/>
          </ac:spMkLst>
        </pc:spChg>
        <pc:spChg chg="mod">
          <ac:chgData name="Whitney Hardy" userId="e43d300316c7abc2" providerId="LiveId" clId="{2744D87A-DF3B-4B23-AB0D-55E3A4AC649B}" dt="2025-10-16T21:59:31.936" v="1702" actId="1076"/>
          <ac:spMkLst>
            <pc:docMk/>
            <pc:sldMk cId="3986055998" sldId="270"/>
            <ac:spMk id="11" creationId="{3B60FA1C-4676-279A-316A-266732666280}"/>
          </ac:spMkLst>
        </pc:spChg>
        <pc:picChg chg="add mod">
          <ac:chgData name="Whitney Hardy" userId="e43d300316c7abc2" providerId="LiveId" clId="{2744D87A-DF3B-4B23-AB0D-55E3A4AC649B}" dt="2025-10-17T17:44:51.290" v="2559" actId="1076"/>
          <ac:picMkLst>
            <pc:docMk/>
            <pc:sldMk cId="3986055998" sldId="270"/>
            <ac:picMk id="4" creationId="{5867A324-22E9-CED7-2576-1AC404C40EDD}"/>
          </ac:picMkLst>
        </pc:picChg>
        <pc:picChg chg="add del mod">
          <ac:chgData name="Whitney Hardy" userId="e43d300316c7abc2" providerId="LiveId" clId="{2744D87A-DF3B-4B23-AB0D-55E3A4AC649B}" dt="2025-10-17T22:12:26.957" v="3695" actId="478"/>
          <ac:picMkLst>
            <pc:docMk/>
            <pc:sldMk cId="3986055998" sldId="270"/>
            <ac:picMk id="8" creationId="{729DA5BC-31F8-0AC1-34F5-299A70A73DA5}"/>
          </ac:picMkLst>
        </pc:picChg>
        <pc:picChg chg="del">
          <ac:chgData name="Whitney Hardy" userId="e43d300316c7abc2" providerId="LiveId" clId="{2744D87A-DF3B-4B23-AB0D-55E3A4AC649B}" dt="2025-10-16T21:30:34.881" v="1670" actId="478"/>
          <ac:picMkLst>
            <pc:docMk/>
            <pc:sldMk cId="3986055998" sldId="270"/>
            <ac:picMk id="10" creationId="{48BAB52A-E286-EC74-842F-B899EAA366A4}"/>
          </ac:picMkLst>
        </pc:picChg>
      </pc:sldChg>
      <pc:sldChg chg="addSp modSp new del mod ord setBg">
        <pc:chgData name="Whitney Hardy" userId="e43d300316c7abc2" providerId="LiveId" clId="{2744D87A-DF3B-4B23-AB0D-55E3A4AC649B}" dt="2025-10-17T22:29:52.639" v="4181" actId="2696"/>
        <pc:sldMkLst>
          <pc:docMk/>
          <pc:sldMk cId="1054531375" sldId="271"/>
        </pc:sldMkLst>
        <pc:spChg chg="mod">
          <ac:chgData name="Whitney Hardy" userId="e43d300316c7abc2" providerId="LiveId" clId="{2744D87A-DF3B-4B23-AB0D-55E3A4AC649B}" dt="2025-10-17T22:26:10.777" v="4117" actId="20577"/>
          <ac:spMkLst>
            <pc:docMk/>
            <pc:sldMk cId="1054531375" sldId="271"/>
            <ac:spMk id="2" creationId="{D63E7EC0-8C94-6C93-F166-DDEAF42E85EC}"/>
          </ac:spMkLst>
        </pc:spChg>
        <pc:spChg chg="mod">
          <ac:chgData name="Whitney Hardy" userId="e43d300316c7abc2" providerId="LiveId" clId="{2744D87A-DF3B-4B23-AB0D-55E3A4AC649B}" dt="2025-10-17T21:59:10.169" v="3557" actId="20577"/>
          <ac:spMkLst>
            <pc:docMk/>
            <pc:sldMk cId="1054531375" sldId="271"/>
            <ac:spMk id="3" creationId="{20D9C1FD-C8A7-CE7D-48BB-3C16404640D5}"/>
          </ac:spMkLst>
        </pc:spChg>
        <pc:spChg chg="add">
          <ac:chgData name="Whitney Hardy" userId="e43d300316c7abc2" providerId="LiveId" clId="{2744D87A-DF3B-4B23-AB0D-55E3A4AC649B}" dt="2025-10-17T21:55:51.415" v="3292" actId="26606"/>
          <ac:spMkLst>
            <pc:docMk/>
            <pc:sldMk cId="1054531375" sldId="271"/>
            <ac:spMk id="8" creationId="{100EDD19-6802-4EC3-95CE-CFFAB042CFD6}"/>
          </ac:spMkLst>
        </pc:spChg>
        <pc:spChg chg="add">
          <ac:chgData name="Whitney Hardy" userId="e43d300316c7abc2" providerId="LiveId" clId="{2744D87A-DF3B-4B23-AB0D-55E3A4AC649B}" dt="2025-10-17T21:55:51.415" v="3292" actId="26606"/>
          <ac:spMkLst>
            <pc:docMk/>
            <pc:sldMk cId="1054531375" sldId="271"/>
            <ac:spMk id="10" creationId="{DB17E863-922E-4C26-BD64-E8FD41D28661}"/>
          </ac:spMkLst>
        </pc:spChg>
      </pc:sldChg>
      <pc:sldChg chg="addSp delSp modSp new mod setBg">
        <pc:chgData name="Whitney Hardy" userId="e43d300316c7abc2" providerId="LiveId" clId="{2744D87A-DF3B-4B23-AB0D-55E3A4AC649B}" dt="2025-10-17T21:58:45.627" v="3552" actId="20577"/>
        <pc:sldMkLst>
          <pc:docMk/>
          <pc:sldMk cId="1452255296" sldId="272"/>
        </pc:sldMkLst>
        <pc:spChg chg="mod">
          <ac:chgData name="Whitney Hardy" userId="e43d300316c7abc2" providerId="LiveId" clId="{2744D87A-DF3B-4B23-AB0D-55E3A4AC649B}" dt="2025-10-17T21:52:30.499" v="3285" actId="27636"/>
          <ac:spMkLst>
            <pc:docMk/>
            <pc:sldMk cId="1452255296" sldId="272"/>
            <ac:spMk id="2" creationId="{309E6130-B24F-D109-725E-8C265CC6BE03}"/>
          </ac:spMkLst>
        </pc:spChg>
        <pc:spChg chg="del mod">
          <ac:chgData name="Whitney Hardy" userId="e43d300316c7abc2" providerId="LiveId" clId="{2744D87A-DF3B-4B23-AB0D-55E3A4AC649B}" dt="2025-10-17T20:04:29.016" v="3273" actId="478"/>
          <ac:spMkLst>
            <pc:docMk/>
            <pc:sldMk cId="1452255296" sldId="272"/>
            <ac:spMk id="3" creationId="{D0ACC9B2-7289-5EAC-33AC-207843C55C74}"/>
          </ac:spMkLst>
        </pc:spChg>
        <pc:spChg chg="add del mod">
          <ac:chgData name="Whitney Hardy" userId="e43d300316c7abc2" providerId="LiveId" clId="{2744D87A-DF3B-4B23-AB0D-55E3A4AC649B}" dt="2025-10-17T21:55:29.485" v="3288"/>
          <ac:spMkLst>
            <pc:docMk/>
            <pc:sldMk cId="1452255296" sldId="272"/>
            <ac:spMk id="10" creationId="{757827B7-4F58-6FC4-A511-71F184335401}"/>
          </ac:spMkLst>
        </pc:spChg>
        <pc:spChg chg="add mod">
          <ac:chgData name="Whitney Hardy" userId="e43d300316c7abc2" providerId="LiveId" clId="{2744D87A-DF3B-4B23-AB0D-55E3A4AC649B}" dt="2025-10-17T21:58:45.627" v="3552" actId="20577"/>
          <ac:spMkLst>
            <pc:docMk/>
            <pc:sldMk cId="1452255296" sldId="272"/>
            <ac:spMk id="12" creationId="{C6592C60-F69A-EEEE-FFC7-37557B735B19}"/>
          </ac:spMkLst>
        </pc:spChg>
        <pc:spChg chg="add">
          <ac:chgData name="Whitney Hardy" userId="e43d300316c7abc2" providerId="LiveId" clId="{2744D87A-DF3B-4B23-AB0D-55E3A4AC649B}" dt="2025-10-17T21:52:18.570" v="3282" actId="26606"/>
          <ac:spMkLst>
            <pc:docMk/>
            <pc:sldMk cId="1452255296" sldId="272"/>
            <ac:spMk id="14" creationId="{932495F0-C5CB-4823-AE70-EED61EBAB1BD}"/>
          </ac:spMkLst>
        </pc:spChg>
        <pc:spChg chg="add">
          <ac:chgData name="Whitney Hardy" userId="e43d300316c7abc2" providerId="LiveId" clId="{2744D87A-DF3B-4B23-AB0D-55E3A4AC649B}" dt="2025-10-17T21:52:18.570" v="3282" actId="26606"/>
          <ac:spMkLst>
            <pc:docMk/>
            <pc:sldMk cId="1452255296" sldId="272"/>
            <ac:spMk id="16" creationId="{CB8B9C25-D80D-48EC-B83A-231219A80C3F}"/>
          </ac:spMkLst>
        </pc:spChg>
        <pc:spChg chg="add">
          <ac:chgData name="Whitney Hardy" userId="e43d300316c7abc2" providerId="LiveId" clId="{2744D87A-DF3B-4B23-AB0D-55E3A4AC649B}" dt="2025-10-17T21:52:18.570" v="3282" actId="26606"/>
          <ac:spMkLst>
            <pc:docMk/>
            <pc:sldMk cId="1452255296" sldId="272"/>
            <ac:spMk id="18" creationId="{601CC70B-8875-45A1-8AFD-7D546E3C0C16}"/>
          </ac:spMkLst>
        </pc:spChg>
        <pc:picChg chg="add mod">
          <ac:chgData name="Whitney Hardy" userId="e43d300316c7abc2" providerId="LiveId" clId="{2744D87A-DF3B-4B23-AB0D-55E3A4AC649B}" dt="2025-10-17T21:52:23.217" v="3283" actId="14100"/>
          <ac:picMkLst>
            <pc:docMk/>
            <pc:sldMk cId="1452255296" sldId="272"/>
            <ac:picMk id="5" creationId="{0AC5A851-CA29-1DC6-7A39-7F863D607082}"/>
          </ac:picMkLst>
        </pc:picChg>
        <pc:picChg chg="add del mod">
          <ac:chgData name="Whitney Hardy" userId="e43d300316c7abc2" providerId="LiveId" clId="{2744D87A-DF3B-4B23-AB0D-55E3A4AC649B}" dt="2025-10-17T21:51:31.739" v="3279" actId="478"/>
          <ac:picMkLst>
            <pc:docMk/>
            <pc:sldMk cId="1452255296" sldId="272"/>
            <ac:picMk id="7" creationId="{FB6076DB-3741-35D7-2533-0A438F5BA6B3}"/>
          </ac:picMkLst>
        </pc:picChg>
        <pc:picChg chg="add mod">
          <ac:chgData name="Whitney Hardy" userId="e43d300316c7abc2" providerId="LiveId" clId="{2744D87A-DF3B-4B23-AB0D-55E3A4AC649B}" dt="2025-10-17T21:52:18.570" v="3282" actId="26606"/>
          <ac:picMkLst>
            <pc:docMk/>
            <pc:sldMk cId="1452255296" sldId="272"/>
            <ac:picMk id="9" creationId="{696BC031-AAFB-6856-E83B-EB3E7F4E9A23}"/>
          </ac:picMkLst>
        </pc:picChg>
      </pc:sldChg>
      <pc:sldChg chg="addSp delSp modSp new mod ord">
        <pc:chgData name="Whitney Hardy" userId="e43d300316c7abc2" providerId="LiveId" clId="{2744D87A-DF3B-4B23-AB0D-55E3A4AC649B}" dt="2025-10-17T22:21:45.635" v="3925" actId="1076"/>
        <pc:sldMkLst>
          <pc:docMk/>
          <pc:sldMk cId="3573388574" sldId="273"/>
        </pc:sldMkLst>
        <pc:spChg chg="mod">
          <ac:chgData name="Whitney Hardy" userId="e43d300316c7abc2" providerId="LiveId" clId="{2744D87A-DF3B-4B23-AB0D-55E3A4AC649B}" dt="2025-10-17T22:21:45.635" v="3925" actId="1076"/>
          <ac:spMkLst>
            <pc:docMk/>
            <pc:sldMk cId="3573388574" sldId="273"/>
            <ac:spMk id="2" creationId="{190DDF35-C24F-2776-D705-A4AA173B57FA}"/>
          </ac:spMkLst>
        </pc:spChg>
        <pc:spChg chg="mod">
          <ac:chgData name="Whitney Hardy" userId="e43d300316c7abc2" providerId="LiveId" clId="{2744D87A-DF3B-4B23-AB0D-55E3A4AC649B}" dt="2025-10-17T22:20:25.683" v="3915" actId="1076"/>
          <ac:spMkLst>
            <pc:docMk/>
            <pc:sldMk cId="3573388574" sldId="273"/>
            <ac:spMk id="3" creationId="{65938C1E-7836-568C-B6BA-B0F0ACA20933}"/>
          </ac:spMkLst>
        </pc:spChg>
        <pc:spChg chg="add">
          <ac:chgData name="Whitney Hardy" userId="e43d300316c7abc2" providerId="LiveId" clId="{2744D87A-DF3B-4B23-AB0D-55E3A4AC649B}" dt="2025-10-17T22:15:01.636" v="3740"/>
          <ac:spMkLst>
            <pc:docMk/>
            <pc:sldMk cId="3573388574" sldId="273"/>
            <ac:spMk id="4" creationId="{2BE9070F-FC39-102D-C783-DD69112249AF}"/>
          </ac:spMkLst>
        </pc:spChg>
        <pc:spChg chg="add del mod">
          <ac:chgData name="Whitney Hardy" userId="e43d300316c7abc2" providerId="LiveId" clId="{2744D87A-DF3B-4B23-AB0D-55E3A4AC649B}" dt="2025-10-17T22:19:28.637" v="3900" actId="26606"/>
          <ac:spMkLst>
            <pc:docMk/>
            <pc:sldMk cId="3573388574" sldId="273"/>
            <ac:spMk id="5" creationId="{59AC2EB5-EB19-DB09-6120-A1F4D89C298F}"/>
          </ac:spMkLst>
        </pc:spChg>
        <pc:spChg chg="add mod">
          <ac:chgData name="Whitney Hardy" userId="e43d300316c7abc2" providerId="LiveId" clId="{2744D87A-DF3B-4B23-AB0D-55E3A4AC649B}" dt="2025-10-17T22:20:23.267" v="3914" actId="1076"/>
          <ac:spMkLst>
            <pc:docMk/>
            <pc:sldMk cId="3573388574" sldId="273"/>
            <ac:spMk id="6" creationId="{905B4D5C-ABA3-2E31-B716-E03605F44898}"/>
          </ac:spMkLst>
        </pc:spChg>
        <pc:spChg chg="add mod ord">
          <ac:chgData name="Whitney Hardy" userId="e43d300316c7abc2" providerId="LiveId" clId="{2744D87A-DF3B-4B23-AB0D-55E3A4AC649B}" dt="2025-10-17T22:21:40.812" v="3924" actId="1076"/>
          <ac:spMkLst>
            <pc:docMk/>
            <pc:sldMk cId="3573388574" sldId="273"/>
            <ac:spMk id="7" creationId="{9E017C82-BEE5-FD40-760B-8B10CD82DE49}"/>
          </ac:spMkLst>
        </pc:spChg>
        <pc:graphicFrameChg chg="add del">
          <ac:chgData name="Whitney Hardy" userId="e43d300316c7abc2" providerId="LiveId" clId="{2744D87A-DF3B-4B23-AB0D-55E3A4AC649B}" dt="2025-10-17T22:19:24.398" v="3893" actId="26606"/>
          <ac:graphicFrameMkLst>
            <pc:docMk/>
            <pc:sldMk cId="3573388574" sldId="273"/>
            <ac:graphicFrameMk id="8" creationId="{598EB997-8F33-8FB5-A5DD-887F3CEF50B0}"/>
          </ac:graphicFrameMkLst>
        </pc:graphicFrameChg>
        <pc:graphicFrameChg chg="add del">
          <ac:chgData name="Whitney Hardy" userId="e43d300316c7abc2" providerId="LiveId" clId="{2744D87A-DF3B-4B23-AB0D-55E3A4AC649B}" dt="2025-10-17T22:19:25.478" v="3895" actId="26606"/>
          <ac:graphicFrameMkLst>
            <pc:docMk/>
            <pc:sldMk cId="3573388574" sldId="273"/>
            <ac:graphicFrameMk id="10" creationId="{0FE35E2D-EB40-3389-D250-CA6BEA8C468E}"/>
          </ac:graphicFrameMkLst>
        </pc:graphicFrameChg>
        <pc:graphicFrameChg chg="add del">
          <ac:chgData name="Whitney Hardy" userId="e43d300316c7abc2" providerId="LiveId" clId="{2744D87A-DF3B-4B23-AB0D-55E3A4AC649B}" dt="2025-10-17T22:19:26.951" v="3897" actId="26606"/>
          <ac:graphicFrameMkLst>
            <pc:docMk/>
            <pc:sldMk cId="3573388574" sldId="273"/>
            <ac:graphicFrameMk id="12" creationId="{598EB997-8F33-8FB5-A5DD-887F3CEF50B0}"/>
          </ac:graphicFrameMkLst>
        </pc:graphicFrameChg>
        <pc:graphicFrameChg chg="add del">
          <ac:chgData name="Whitney Hardy" userId="e43d300316c7abc2" providerId="LiveId" clId="{2744D87A-DF3B-4B23-AB0D-55E3A4AC649B}" dt="2025-10-17T22:19:28.623" v="3899" actId="26606"/>
          <ac:graphicFrameMkLst>
            <pc:docMk/>
            <pc:sldMk cId="3573388574" sldId="273"/>
            <ac:graphicFrameMk id="14" creationId="{1F94E4A0-F700-001E-4871-4791CAA3254A}"/>
          </ac:graphicFrameMkLst>
        </pc:graphicFrameChg>
        <pc:graphicFrameChg chg="add mod">
          <ac:chgData name="Whitney Hardy" userId="e43d300316c7abc2" providerId="LiveId" clId="{2744D87A-DF3B-4B23-AB0D-55E3A4AC649B}" dt="2025-10-17T22:21:26.507" v="3922" actId="1076"/>
          <ac:graphicFrameMkLst>
            <pc:docMk/>
            <pc:sldMk cId="3573388574" sldId="273"/>
            <ac:graphicFrameMk id="16" creationId="{598EB997-8F33-8FB5-A5DD-887F3CEF50B0}"/>
          </ac:graphicFrameMkLst>
        </pc:graphicFrameChg>
      </pc:sldChg>
      <pc:sldChg chg="addSp modSp new mod setBg">
        <pc:chgData name="Whitney Hardy" userId="e43d300316c7abc2" providerId="LiveId" clId="{2744D87A-DF3B-4B23-AB0D-55E3A4AC649B}" dt="2025-10-17T22:25:57.215" v="4101" actId="26606"/>
        <pc:sldMkLst>
          <pc:docMk/>
          <pc:sldMk cId="615080943" sldId="274"/>
        </pc:sldMkLst>
        <pc:spChg chg="mod">
          <ac:chgData name="Whitney Hardy" userId="e43d300316c7abc2" providerId="LiveId" clId="{2744D87A-DF3B-4B23-AB0D-55E3A4AC649B}" dt="2025-10-17T22:25:57.215" v="4101" actId="26606"/>
          <ac:spMkLst>
            <pc:docMk/>
            <pc:sldMk cId="615080943" sldId="274"/>
            <ac:spMk id="2" creationId="{2640BD55-D6DF-4058-DD0D-0B6980C12D82}"/>
          </ac:spMkLst>
        </pc:spChg>
        <pc:spChg chg="mod">
          <ac:chgData name="Whitney Hardy" userId="e43d300316c7abc2" providerId="LiveId" clId="{2744D87A-DF3B-4B23-AB0D-55E3A4AC649B}" dt="2025-10-17T22:25:57.215" v="4101" actId="26606"/>
          <ac:spMkLst>
            <pc:docMk/>
            <pc:sldMk cId="615080943" sldId="274"/>
            <ac:spMk id="3" creationId="{D79610AD-069D-D79A-7542-33C4B453945C}"/>
          </ac:spMkLst>
        </pc:spChg>
        <pc:spChg chg="add">
          <ac:chgData name="Whitney Hardy" userId="e43d300316c7abc2" providerId="LiveId" clId="{2744D87A-DF3B-4B23-AB0D-55E3A4AC649B}" dt="2025-10-17T22:25:57.215" v="4101" actId="26606"/>
          <ac:spMkLst>
            <pc:docMk/>
            <pc:sldMk cId="615080943" sldId="274"/>
            <ac:spMk id="8" creationId="{F12E7CC5-C78B-4EBD-9565-3FA00FAA6CF2}"/>
          </ac:spMkLst>
        </pc:spChg>
        <pc:spChg chg="add">
          <ac:chgData name="Whitney Hardy" userId="e43d300316c7abc2" providerId="LiveId" clId="{2744D87A-DF3B-4B23-AB0D-55E3A4AC649B}" dt="2025-10-17T22:25:57.215" v="4101" actId="26606"/>
          <ac:spMkLst>
            <pc:docMk/>
            <pc:sldMk cId="615080943" sldId="274"/>
            <ac:spMk id="10" creationId="{3A4529A5-F675-429F-8044-01372BB13422}"/>
          </ac:spMkLst>
        </pc:spChg>
        <pc:spChg chg="add">
          <ac:chgData name="Whitney Hardy" userId="e43d300316c7abc2" providerId="LiveId" clId="{2744D87A-DF3B-4B23-AB0D-55E3A4AC649B}" dt="2025-10-17T22:25:57.215" v="4101" actId="26606"/>
          <ac:spMkLst>
            <pc:docMk/>
            <pc:sldMk cId="615080943" sldId="274"/>
            <ac:spMk id="12" creationId="{32C5B66D-E390-4A14-AB60-69626CBF294E}"/>
          </ac:spMkLst>
        </pc:spChg>
        <pc:spChg chg="add">
          <ac:chgData name="Whitney Hardy" userId="e43d300316c7abc2" providerId="LiveId" clId="{2744D87A-DF3B-4B23-AB0D-55E3A4AC649B}" dt="2025-10-17T22:25:57.215" v="4101" actId="26606"/>
          <ac:spMkLst>
            <pc:docMk/>
            <pc:sldMk cId="615080943" sldId="274"/>
            <ac:spMk id="14" creationId="{646273DA-F933-4D17-A5FE-B1EF87FD7A20}"/>
          </ac:spMkLst>
        </pc:spChg>
      </pc:sldChg>
      <pc:sldChg chg="addSp modSp add mod">
        <pc:chgData name="Whitney Hardy" userId="e43d300316c7abc2" providerId="LiveId" clId="{2744D87A-DF3B-4B23-AB0D-55E3A4AC649B}" dt="2025-10-17T22:29:26.046" v="4180" actId="14100"/>
        <pc:sldMkLst>
          <pc:docMk/>
          <pc:sldMk cId="636653809" sldId="275"/>
        </pc:sldMkLst>
        <pc:spChg chg="mod">
          <ac:chgData name="Whitney Hardy" userId="e43d300316c7abc2" providerId="LiveId" clId="{2744D87A-DF3B-4B23-AB0D-55E3A4AC649B}" dt="2025-10-17T22:29:21.436" v="4179" actId="1076"/>
          <ac:spMkLst>
            <pc:docMk/>
            <pc:sldMk cId="636653809" sldId="275"/>
            <ac:spMk id="3" creationId="{0332B7DB-98BB-BE56-F38E-19B3CA55339E}"/>
          </ac:spMkLst>
        </pc:spChg>
        <pc:spChg chg="add mod">
          <ac:chgData name="Whitney Hardy" userId="e43d300316c7abc2" providerId="LiveId" clId="{2744D87A-DF3B-4B23-AB0D-55E3A4AC649B}" dt="2025-10-17T22:29:26.046" v="4180" actId="14100"/>
          <ac:spMkLst>
            <pc:docMk/>
            <pc:sldMk cId="636653809" sldId="275"/>
            <ac:spMk id="4" creationId="{EA1A71B4-DEFC-8C29-D91E-D93CF2394C94}"/>
          </ac:spMkLst>
        </pc:spChg>
        <pc:spChg chg="add mod">
          <ac:chgData name="Whitney Hardy" userId="e43d300316c7abc2" providerId="LiveId" clId="{2744D87A-DF3B-4B23-AB0D-55E3A4AC649B}" dt="2025-10-17T22:29:15.660" v="4178" actId="14100"/>
          <ac:spMkLst>
            <pc:docMk/>
            <pc:sldMk cId="636653809" sldId="275"/>
            <ac:spMk id="5" creationId="{08E7E3BA-DFED-3E69-6F21-3B13F61AEB23}"/>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00B3C1-485A-41E1-A4BA-5B96733A08D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41F4C84-ADAA-40F4-89E6-146FE2E1636B}">
      <dgm:prSet/>
      <dgm:spPr/>
      <dgm:t>
        <a:bodyPr/>
        <a:lstStyle/>
        <a:p>
          <a:pPr>
            <a:lnSpc>
              <a:spcPct val="100000"/>
            </a:lnSpc>
          </a:pPr>
          <a:r>
            <a:rPr lang="en-US" dirty="0"/>
            <a:t>Rockbuster Stealth LLC is a movie rental company that used to have stores around the   world. However, the movie rental business has changed from in store to streaming. To stay competitive the Rockbuster Stealth management team is planning to use its existing movie licenses to launch an online video rental service. </a:t>
          </a:r>
        </a:p>
      </dgm:t>
    </dgm:pt>
    <dgm:pt modelId="{3778C620-6449-4A33-BB2C-176DC55F1E84}" type="parTrans" cxnId="{2565A65A-A29A-4BDF-B453-667FF3900908}">
      <dgm:prSet/>
      <dgm:spPr/>
      <dgm:t>
        <a:bodyPr/>
        <a:lstStyle/>
        <a:p>
          <a:endParaRPr lang="en-US"/>
        </a:p>
      </dgm:t>
    </dgm:pt>
    <dgm:pt modelId="{1AC76EA7-03A3-48AA-8297-61D39CF78922}" type="sibTrans" cxnId="{2565A65A-A29A-4BDF-B453-667FF3900908}">
      <dgm:prSet/>
      <dgm:spPr/>
      <dgm:t>
        <a:bodyPr/>
        <a:lstStyle/>
        <a:p>
          <a:endParaRPr lang="en-US"/>
        </a:p>
      </dgm:t>
    </dgm:pt>
    <dgm:pt modelId="{5896538B-6394-4359-AE27-87394217AA13}">
      <dgm:prSet/>
      <dgm:spPr/>
      <dgm:t>
        <a:bodyPr/>
        <a:lstStyle/>
        <a:p>
          <a:pPr>
            <a:lnSpc>
              <a:spcPct val="100000"/>
            </a:lnSpc>
          </a:pPr>
          <a:r>
            <a:rPr lang="en-US"/>
            <a:t>As the Business Intelligence team, we analyzed Rockbuster’s rental and customer data to provide data-driven insights to review and produced recommendations for the company’s launch strategy.</a:t>
          </a:r>
        </a:p>
      </dgm:t>
    </dgm:pt>
    <dgm:pt modelId="{23F225CE-5491-489A-890A-3B6378093EC1}" type="parTrans" cxnId="{C2557374-FEEC-4255-8479-981DA1C889B0}">
      <dgm:prSet/>
      <dgm:spPr/>
      <dgm:t>
        <a:bodyPr/>
        <a:lstStyle/>
        <a:p>
          <a:endParaRPr lang="en-US"/>
        </a:p>
      </dgm:t>
    </dgm:pt>
    <dgm:pt modelId="{B66FBC7E-D256-46EC-93EB-BE6FE322C777}" type="sibTrans" cxnId="{C2557374-FEEC-4255-8479-981DA1C889B0}">
      <dgm:prSet/>
      <dgm:spPr/>
      <dgm:t>
        <a:bodyPr/>
        <a:lstStyle/>
        <a:p>
          <a:endParaRPr lang="en-US"/>
        </a:p>
      </dgm:t>
    </dgm:pt>
    <dgm:pt modelId="{8AA684B2-F723-40CC-8BB5-304D7B384C28}" type="pres">
      <dgm:prSet presAssocID="{2A00B3C1-485A-41E1-A4BA-5B96733A08D7}" presName="root" presStyleCnt="0">
        <dgm:presLayoutVars>
          <dgm:dir/>
          <dgm:resizeHandles val="exact"/>
        </dgm:presLayoutVars>
      </dgm:prSet>
      <dgm:spPr/>
    </dgm:pt>
    <dgm:pt modelId="{E5618CD0-C04B-4B33-BDD8-6EE753CB2D32}" type="pres">
      <dgm:prSet presAssocID="{241F4C84-ADAA-40F4-89E6-146FE2E1636B}" presName="compNode" presStyleCnt="0"/>
      <dgm:spPr/>
    </dgm:pt>
    <dgm:pt modelId="{51BCCBF9-B4D9-4D63-AF6D-AF5D7A77914C}" type="pres">
      <dgm:prSet presAssocID="{241F4C84-ADAA-40F4-89E6-146FE2E1636B}" presName="bgRect" presStyleLbl="bgShp" presStyleIdx="0" presStyleCnt="2"/>
      <dgm:spPr/>
    </dgm:pt>
    <dgm:pt modelId="{8C475125-BA7F-4EE9-B473-175794503FF7}" type="pres">
      <dgm:prSet presAssocID="{241F4C84-ADAA-40F4-89E6-146FE2E1636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VD player"/>
        </a:ext>
      </dgm:extLst>
    </dgm:pt>
    <dgm:pt modelId="{F45E8B5E-29D8-406B-A833-5054D4C2A044}" type="pres">
      <dgm:prSet presAssocID="{241F4C84-ADAA-40F4-89E6-146FE2E1636B}" presName="spaceRect" presStyleCnt="0"/>
      <dgm:spPr/>
    </dgm:pt>
    <dgm:pt modelId="{DB1C0BA6-B5AE-4373-BB20-C1CBC6B36D4C}" type="pres">
      <dgm:prSet presAssocID="{241F4C84-ADAA-40F4-89E6-146FE2E1636B}" presName="parTx" presStyleLbl="revTx" presStyleIdx="0" presStyleCnt="2">
        <dgm:presLayoutVars>
          <dgm:chMax val="0"/>
          <dgm:chPref val="0"/>
        </dgm:presLayoutVars>
      </dgm:prSet>
      <dgm:spPr/>
    </dgm:pt>
    <dgm:pt modelId="{26B9D0A5-EDBE-42B4-BFDE-752AAC107250}" type="pres">
      <dgm:prSet presAssocID="{1AC76EA7-03A3-48AA-8297-61D39CF78922}" presName="sibTrans" presStyleCnt="0"/>
      <dgm:spPr/>
    </dgm:pt>
    <dgm:pt modelId="{B26BB65F-4AC4-47BF-B105-8D88F7CC2BCF}" type="pres">
      <dgm:prSet presAssocID="{5896538B-6394-4359-AE27-87394217AA13}" presName="compNode" presStyleCnt="0"/>
      <dgm:spPr/>
    </dgm:pt>
    <dgm:pt modelId="{2BB2A830-E0D2-43D1-909F-CB5E3C61DB9B}" type="pres">
      <dgm:prSet presAssocID="{5896538B-6394-4359-AE27-87394217AA13}" presName="bgRect" presStyleLbl="bgShp" presStyleIdx="1" presStyleCnt="2"/>
      <dgm:spPr/>
    </dgm:pt>
    <dgm:pt modelId="{C18D9EE1-591A-4DCD-8C3E-8C68E5B081F3}" type="pres">
      <dgm:prSet presAssocID="{5896538B-6394-4359-AE27-87394217AA1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ED2CF822-EA5B-4DD5-9819-F561EFAE091A}" type="pres">
      <dgm:prSet presAssocID="{5896538B-6394-4359-AE27-87394217AA13}" presName="spaceRect" presStyleCnt="0"/>
      <dgm:spPr/>
    </dgm:pt>
    <dgm:pt modelId="{BFAA5C14-1E3A-4B49-8AE5-1DEF6BA98D29}" type="pres">
      <dgm:prSet presAssocID="{5896538B-6394-4359-AE27-87394217AA13}" presName="parTx" presStyleLbl="revTx" presStyleIdx="1" presStyleCnt="2">
        <dgm:presLayoutVars>
          <dgm:chMax val="0"/>
          <dgm:chPref val="0"/>
        </dgm:presLayoutVars>
      </dgm:prSet>
      <dgm:spPr/>
    </dgm:pt>
  </dgm:ptLst>
  <dgm:cxnLst>
    <dgm:cxn modelId="{EFD81621-3B4E-4807-BD2A-323EA4D068AE}" type="presOf" srcId="{2A00B3C1-485A-41E1-A4BA-5B96733A08D7}" destId="{8AA684B2-F723-40CC-8BB5-304D7B384C28}" srcOrd="0" destOrd="0" presId="urn:microsoft.com/office/officeart/2018/2/layout/IconVerticalSolidList"/>
    <dgm:cxn modelId="{18BBA849-C7CD-4BD5-A9D4-0933240B5E79}" type="presOf" srcId="{5896538B-6394-4359-AE27-87394217AA13}" destId="{BFAA5C14-1E3A-4B49-8AE5-1DEF6BA98D29}" srcOrd="0" destOrd="0" presId="urn:microsoft.com/office/officeart/2018/2/layout/IconVerticalSolidList"/>
    <dgm:cxn modelId="{C2557374-FEEC-4255-8479-981DA1C889B0}" srcId="{2A00B3C1-485A-41E1-A4BA-5B96733A08D7}" destId="{5896538B-6394-4359-AE27-87394217AA13}" srcOrd="1" destOrd="0" parTransId="{23F225CE-5491-489A-890A-3B6378093EC1}" sibTransId="{B66FBC7E-D256-46EC-93EB-BE6FE322C777}"/>
    <dgm:cxn modelId="{2565A65A-A29A-4BDF-B453-667FF3900908}" srcId="{2A00B3C1-485A-41E1-A4BA-5B96733A08D7}" destId="{241F4C84-ADAA-40F4-89E6-146FE2E1636B}" srcOrd="0" destOrd="0" parTransId="{3778C620-6449-4A33-BB2C-176DC55F1E84}" sibTransId="{1AC76EA7-03A3-48AA-8297-61D39CF78922}"/>
    <dgm:cxn modelId="{665B81CC-2617-4E67-BDFA-DDA77D823CA2}" type="presOf" srcId="{241F4C84-ADAA-40F4-89E6-146FE2E1636B}" destId="{DB1C0BA6-B5AE-4373-BB20-C1CBC6B36D4C}" srcOrd="0" destOrd="0" presId="urn:microsoft.com/office/officeart/2018/2/layout/IconVerticalSolidList"/>
    <dgm:cxn modelId="{993263C0-4F34-40A7-BAFB-D9345A4C9394}" type="presParOf" srcId="{8AA684B2-F723-40CC-8BB5-304D7B384C28}" destId="{E5618CD0-C04B-4B33-BDD8-6EE753CB2D32}" srcOrd="0" destOrd="0" presId="urn:microsoft.com/office/officeart/2018/2/layout/IconVerticalSolidList"/>
    <dgm:cxn modelId="{2D651CB6-1885-4070-83ED-29654F2949CA}" type="presParOf" srcId="{E5618CD0-C04B-4B33-BDD8-6EE753CB2D32}" destId="{51BCCBF9-B4D9-4D63-AF6D-AF5D7A77914C}" srcOrd="0" destOrd="0" presId="urn:microsoft.com/office/officeart/2018/2/layout/IconVerticalSolidList"/>
    <dgm:cxn modelId="{A0EB0010-7CAF-4375-B1ED-C8ABBBA8BDB1}" type="presParOf" srcId="{E5618CD0-C04B-4B33-BDD8-6EE753CB2D32}" destId="{8C475125-BA7F-4EE9-B473-175794503FF7}" srcOrd="1" destOrd="0" presId="urn:microsoft.com/office/officeart/2018/2/layout/IconVerticalSolidList"/>
    <dgm:cxn modelId="{B74013F7-0F07-419D-8EC7-27B6E24C0D82}" type="presParOf" srcId="{E5618CD0-C04B-4B33-BDD8-6EE753CB2D32}" destId="{F45E8B5E-29D8-406B-A833-5054D4C2A044}" srcOrd="2" destOrd="0" presId="urn:microsoft.com/office/officeart/2018/2/layout/IconVerticalSolidList"/>
    <dgm:cxn modelId="{8DC31BCD-F1E8-4F2A-AD5B-204F97D14D1E}" type="presParOf" srcId="{E5618CD0-C04B-4B33-BDD8-6EE753CB2D32}" destId="{DB1C0BA6-B5AE-4373-BB20-C1CBC6B36D4C}" srcOrd="3" destOrd="0" presId="urn:microsoft.com/office/officeart/2018/2/layout/IconVerticalSolidList"/>
    <dgm:cxn modelId="{AA87CA78-B7C9-47E7-A95C-A6DC3A22308E}" type="presParOf" srcId="{8AA684B2-F723-40CC-8BB5-304D7B384C28}" destId="{26B9D0A5-EDBE-42B4-BFDE-752AAC107250}" srcOrd="1" destOrd="0" presId="urn:microsoft.com/office/officeart/2018/2/layout/IconVerticalSolidList"/>
    <dgm:cxn modelId="{C29F550C-4FBE-4546-9ADE-90B12D919432}" type="presParOf" srcId="{8AA684B2-F723-40CC-8BB5-304D7B384C28}" destId="{B26BB65F-4AC4-47BF-B105-8D88F7CC2BCF}" srcOrd="2" destOrd="0" presId="urn:microsoft.com/office/officeart/2018/2/layout/IconVerticalSolidList"/>
    <dgm:cxn modelId="{94FE7DE1-A0E0-4E20-915E-41DA6B14CC13}" type="presParOf" srcId="{B26BB65F-4AC4-47BF-B105-8D88F7CC2BCF}" destId="{2BB2A830-E0D2-43D1-909F-CB5E3C61DB9B}" srcOrd="0" destOrd="0" presId="urn:microsoft.com/office/officeart/2018/2/layout/IconVerticalSolidList"/>
    <dgm:cxn modelId="{4A4FABE9-175F-4E6B-AFE9-F435E8689C8A}" type="presParOf" srcId="{B26BB65F-4AC4-47BF-B105-8D88F7CC2BCF}" destId="{C18D9EE1-591A-4DCD-8C3E-8C68E5B081F3}" srcOrd="1" destOrd="0" presId="urn:microsoft.com/office/officeart/2018/2/layout/IconVerticalSolidList"/>
    <dgm:cxn modelId="{50584787-4113-47F0-BB85-941D370EEB8B}" type="presParOf" srcId="{B26BB65F-4AC4-47BF-B105-8D88F7CC2BCF}" destId="{ED2CF822-EA5B-4DD5-9819-F561EFAE091A}" srcOrd="2" destOrd="0" presId="urn:microsoft.com/office/officeart/2018/2/layout/IconVerticalSolidList"/>
    <dgm:cxn modelId="{7625D6FD-9D31-4D5C-9522-28867C4D4ECE}" type="presParOf" srcId="{B26BB65F-4AC4-47BF-B105-8D88F7CC2BCF}" destId="{BFAA5C14-1E3A-4B49-8AE5-1DEF6BA98D2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F2C695-E1B5-4ADE-B7EE-528F2C85370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BE3C0C1-4C64-421F-9F05-B7DACCB0E4D4}">
      <dgm:prSet phldrT="[Text]" phldr="0" custT="1"/>
      <dgm:spPr>
        <a:solidFill>
          <a:schemeClr val="accent2">
            <a:lumMod val="75000"/>
          </a:schemeClr>
        </a:solidFill>
      </dgm:spPr>
      <dgm:t>
        <a:bodyPr/>
        <a:lstStyle/>
        <a:p>
          <a:r>
            <a:rPr lang="en-US" sz="4400" dirty="0"/>
            <a:t>Average </a:t>
          </a:r>
        </a:p>
      </dgm:t>
    </dgm:pt>
    <dgm:pt modelId="{0D5E73E8-1866-49E5-97FD-D1820DF64B1A}" type="parTrans" cxnId="{79E3C4F1-5A08-47D3-BBF6-FA3BA9A59239}">
      <dgm:prSet/>
      <dgm:spPr/>
      <dgm:t>
        <a:bodyPr/>
        <a:lstStyle/>
        <a:p>
          <a:endParaRPr lang="en-US"/>
        </a:p>
      </dgm:t>
    </dgm:pt>
    <dgm:pt modelId="{1F20DDAE-F7B4-44DB-BF7B-4E073477BB87}" type="sibTrans" cxnId="{79E3C4F1-5A08-47D3-BBF6-FA3BA9A59239}">
      <dgm:prSet/>
      <dgm:spPr/>
      <dgm:t>
        <a:bodyPr/>
        <a:lstStyle/>
        <a:p>
          <a:endParaRPr lang="en-US"/>
        </a:p>
      </dgm:t>
    </dgm:pt>
    <dgm:pt modelId="{1F926F97-9B14-47C9-87E8-9A75BCC20F4C}">
      <dgm:prSet phldrT="[Text]" phldr="0" custT="1"/>
      <dgm:spPr>
        <a:solidFill>
          <a:schemeClr val="accent2">
            <a:lumMod val="75000"/>
          </a:schemeClr>
        </a:solidFill>
      </dgm:spPr>
      <dgm:t>
        <a:bodyPr/>
        <a:lstStyle/>
        <a:p>
          <a:r>
            <a:rPr lang="en-US" sz="4400" dirty="0"/>
            <a:t>Minimum</a:t>
          </a:r>
          <a:endParaRPr lang="en-US" sz="6500" dirty="0"/>
        </a:p>
      </dgm:t>
    </dgm:pt>
    <dgm:pt modelId="{7C671510-F29D-44AC-8E6D-BB6DE9E19CFA}" type="parTrans" cxnId="{A7EEB11C-B4FD-4CE0-B977-FE4410307890}">
      <dgm:prSet/>
      <dgm:spPr/>
      <dgm:t>
        <a:bodyPr/>
        <a:lstStyle/>
        <a:p>
          <a:endParaRPr lang="en-US"/>
        </a:p>
      </dgm:t>
    </dgm:pt>
    <dgm:pt modelId="{E961B51B-593C-4286-A29C-05451443AD5D}" type="sibTrans" cxnId="{A7EEB11C-B4FD-4CE0-B977-FE4410307890}">
      <dgm:prSet/>
      <dgm:spPr/>
      <dgm:t>
        <a:bodyPr/>
        <a:lstStyle/>
        <a:p>
          <a:endParaRPr lang="en-US"/>
        </a:p>
      </dgm:t>
    </dgm:pt>
    <dgm:pt modelId="{D7CD3B48-F401-4B31-A9A9-0577E063F536}">
      <dgm:prSet phldrT="[Text]" phldr="0" custT="1"/>
      <dgm:spPr>
        <a:solidFill>
          <a:schemeClr val="accent2">
            <a:lumMod val="75000"/>
          </a:schemeClr>
        </a:solidFill>
      </dgm:spPr>
      <dgm:t>
        <a:bodyPr/>
        <a:lstStyle/>
        <a:p>
          <a:r>
            <a:rPr lang="en-US" sz="4400" dirty="0"/>
            <a:t>Maximum</a:t>
          </a:r>
        </a:p>
      </dgm:t>
    </dgm:pt>
    <dgm:pt modelId="{89FA6F9F-4CCA-465E-AD20-0C7E493BCEBD}" type="parTrans" cxnId="{6C40036A-7E3D-4B4F-83DF-E9B2D8AFE130}">
      <dgm:prSet/>
      <dgm:spPr/>
      <dgm:t>
        <a:bodyPr/>
        <a:lstStyle/>
        <a:p>
          <a:endParaRPr lang="en-US"/>
        </a:p>
      </dgm:t>
    </dgm:pt>
    <dgm:pt modelId="{9F66109A-90B7-4C5C-9061-E70F11328CD8}" type="sibTrans" cxnId="{6C40036A-7E3D-4B4F-83DF-E9B2D8AFE130}">
      <dgm:prSet/>
      <dgm:spPr/>
      <dgm:t>
        <a:bodyPr/>
        <a:lstStyle/>
        <a:p>
          <a:endParaRPr lang="en-US"/>
        </a:p>
      </dgm:t>
    </dgm:pt>
    <dgm:pt modelId="{6BA8F769-6C8E-4F71-9E47-1A44642B3BA8}" type="pres">
      <dgm:prSet presAssocID="{08F2C695-E1B5-4ADE-B7EE-528F2C85370F}" presName="linear" presStyleCnt="0">
        <dgm:presLayoutVars>
          <dgm:dir/>
          <dgm:animLvl val="lvl"/>
          <dgm:resizeHandles val="exact"/>
        </dgm:presLayoutVars>
      </dgm:prSet>
      <dgm:spPr/>
    </dgm:pt>
    <dgm:pt modelId="{DF77B306-FF5D-4D1D-9E8F-26FB2DB1E00F}" type="pres">
      <dgm:prSet presAssocID="{FBE3C0C1-4C64-421F-9F05-B7DACCB0E4D4}" presName="parentLin" presStyleCnt="0"/>
      <dgm:spPr/>
    </dgm:pt>
    <dgm:pt modelId="{2C54F2C8-E616-4EFC-ABFC-B37AA941B53A}" type="pres">
      <dgm:prSet presAssocID="{FBE3C0C1-4C64-421F-9F05-B7DACCB0E4D4}" presName="parentLeftMargin" presStyleLbl="node1" presStyleIdx="0" presStyleCnt="3"/>
      <dgm:spPr/>
    </dgm:pt>
    <dgm:pt modelId="{50C4501E-7D29-4614-87D2-8A8BAF30F291}" type="pres">
      <dgm:prSet presAssocID="{FBE3C0C1-4C64-421F-9F05-B7DACCB0E4D4}" presName="parentText" presStyleLbl="node1" presStyleIdx="0" presStyleCnt="3" custScaleX="52913" custScaleY="30724" custLinFactX="-4789" custLinFactNeighborX="-100000" custLinFactNeighborY="-52086">
        <dgm:presLayoutVars>
          <dgm:chMax val="0"/>
          <dgm:bulletEnabled val="1"/>
        </dgm:presLayoutVars>
      </dgm:prSet>
      <dgm:spPr/>
    </dgm:pt>
    <dgm:pt modelId="{BEC43BAB-17E4-414E-9402-B1ECF47AEC19}" type="pres">
      <dgm:prSet presAssocID="{FBE3C0C1-4C64-421F-9F05-B7DACCB0E4D4}" presName="negativeSpace" presStyleCnt="0"/>
      <dgm:spPr/>
    </dgm:pt>
    <dgm:pt modelId="{24BDD726-EF19-461F-86E3-A477F252C36E}" type="pres">
      <dgm:prSet presAssocID="{FBE3C0C1-4C64-421F-9F05-B7DACCB0E4D4}" presName="childText" presStyleLbl="conFgAcc1" presStyleIdx="0" presStyleCnt="3" custScaleY="102938" custLinFactNeighborX="-140" custLinFactNeighborY="-86888">
        <dgm:presLayoutVars>
          <dgm:bulletEnabled val="1"/>
        </dgm:presLayoutVars>
      </dgm:prSet>
      <dgm:spPr>
        <a:ln>
          <a:solidFill>
            <a:schemeClr val="accent2">
              <a:lumMod val="75000"/>
            </a:schemeClr>
          </a:solidFill>
        </a:ln>
      </dgm:spPr>
    </dgm:pt>
    <dgm:pt modelId="{EE113F34-E6BE-4B8A-81F4-77DCC9F930A9}" type="pres">
      <dgm:prSet presAssocID="{1F20DDAE-F7B4-44DB-BF7B-4E073477BB87}" presName="spaceBetweenRectangles" presStyleCnt="0"/>
      <dgm:spPr/>
    </dgm:pt>
    <dgm:pt modelId="{B73E8E85-4E64-44DA-AC3A-7C48C6C8C349}" type="pres">
      <dgm:prSet presAssocID="{1F926F97-9B14-47C9-87E8-9A75BCC20F4C}" presName="parentLin" presStyleCnt="0"/>
      <dgm:spPr/>
    </dgm:pt>
    <dgm:pt modelId="{9F03D8AF-49D4-45E9-9786-3B953426C210}" type="pres">
      <dgm:prSet presAssocID="{1F926F97-9B14-47C9-87E8-9A75BCC20F4C}" presName="parentLeftMargin" presStyleLbl="node1" presStyleIdx="0" presStyleCnt="3"/>
      <dgm:spPr/>
    </dgm:pt>
    <dgm:pt modelId="{F1BAAF73-86DA-44A3-A0B2-E3518D8FBBAA}" type="pres">
      <dgm:prSet presAssocID="{1F926F97-9B14-47C9-87E8-9A75BCC20F4C}" presName="parentText" presStyleLbl="node1" presStyleIdx="1" presStyleCnt="3" custScaleX="54510" custScaleY="32890" custLinFactX="-998" custLinFactNeighborX="-100000" custLinFactNeighborY="-30515">
        <dgm:presLayoutVars>
          <dgm:chMax val="0"/>
          <dgm:bulletEnabled val="1"/>
        </dgm:presLayoutVars>
      </dgm:prSet>
      <dgm:spPr/>
    </dgm:pt>
    <dgm:pt modelId="{A928E6BB-8E37-4832-931D-18BD67484940}" type="pres">
      <dgm:prSet presAssocID="{1F926F97-9B14-47C9-87E8-9A75BCC20F4C}" presName="negativeSpace" presStyleCnt="0"/>
      <dgm:spPr/>
    </dgm:pt>
    <dgm:pt modelId="{E0DDAEFA-F82B-4449-9641-220512FEDF44}" type="pres">
      <dgm:prSet presAssocID="{1F926F97-9B14-47C9-87E8-9A75BCC20F4C}" presName="childText" presStyleLbl="conFgAcc1" presStyleIdx="1" presStyleCnt="3" custScaleY="100704" custLinFactNeighborX="-419" custLinFactNeighborY="-16102">
        <dgm:presLayoutVars>
          <dgm:bulletEnabled val="1"/>
        </dgm:presLayoutVars>
      </dgm:prSet>
      <dgm:spPr>
        <a:ln>
          <a:solidFill>
            <a:schemeClr val="accent2">
              <a:lumMod val="75000"/>
            </a:schemeClr>
          </a:solidFill>
        </a:ln>
      </dgm:spPr>
    </dgm:pt>
    <dgm:pt modelId="{AC2D085C-803F-4A6D-862B-4889499F6228}" type="pres">
      <dgm:prSet presAssocID="{E961B51B-593C-4286-A29C-05451443AD5D}" presName="spaceBetweenRectangles" presStyleCnt="0"/>
      <dgm:spPr/>
    </dgm:pt>
    <dgm:pt modelId="{83B5B3AD-BE7F-42F2-A3ED-5914B5434115}" type="pres">
      <dgm:prSet presAssocID="{D7CD3B48-F401-4B31-A9A9-0577E063F536}" presName="parentLin" presStyleCnt="0"/>
      <dgm:spPr/>
    </dgm:pt>
    <dgm:pt modelId="{AC0F08B2-9716-4515-AFE8-24C8DBCB380D}" type="pres">
      <dgm:prSet presAssocID="{D7CD3B48-F401-4B31-A9A9-0577E063F536}" presName="parentLeftMargin" presStyleLbl="node1" presStyleIdx="1" presStyleCnt="3"/>
      <dgm:spPr/>
    </dgm:pt>
    <dgm:pt modelId="{82D2F408-84DA-4BE8-8312-FCB9BCAF1E28}" type="pres">
      <dgm:prSet presAssocID="{D7CD3B48-F401-4B31-A9A9-0577E063F536}" presName="parentText" presStyleLbl="node1" presStyleIdx="2" presStyleCnt="3" custScaleX="58135" custScaleY="34792" custLinFactNeighborX="-97207" custLinFactNeighborY="-17359">
        <dgm:presLayoutVars>
          <dgm:chMax val="0"/>
          <dgm:bulletEnabled val="1"/>
        </dgm:presLayoutVars>
      </dgm:prSet>
      <dgm:spPr/>
    </dgm:pt>
    <dgm:pt modelId="{C3B9954E-74A4-4EB6-A163-667D7482CC9F}" type="pres">
      <dgm:prSet presAssocID="{D7CD3B48-F401-4B31-A9A9-0577E063F536}" presName="negativeSpace" presStyleCnt="0"/>
      <dgm:spPr/>
    </dgm:pt>
    <dgm:pt modelId="{1667D153-762D-40AC-9BB3-3710E9D8EB89}" type="pres">
      <dgm:prSet presAssocID="{D7CD3B48-F401-4B31-A9A9-0577E063F536}" presName="childText" presStyleLbl="conFgAcc1" presStyleIdx="2" presStyleCnt="3" custScaleY="119418" custLinFactNeighborY="6283">
        <dgm:presLayoutVars>
          <dgm:bulletEnabled val="1"/>
        </dgm:presLayoutVars>
      </dgm:prSet>
      <dgm:spPr>
        <a:ln>
          <a:solidFill>
            <a:schemeClr val="accent2">
              <a:lumMod val="75000"/>
            </a:schemeClr>
          </a:solidFill>
        </a:ln>
      </dgm:spPr>
    </dgm:pt>
  </dgm:ptLst>
  <dgm:cxnLst>
    <dgm:cxn modelId="{59862811-24B5-49FC-B321-4B88D458E9D4}" type="presOf" srcId="{1F926F97-9B14-47C9-87E8-9A75BCC20F4C}" destId="{9F03D8AF-49D4-45E9-9786-3B953426C210}" srcOrd="0" destOrd="0" presId="urn:microsoft.com/office/officeart/2005/8/layout/list1"/>
    <dgm:cxn modelId="{A7EEB11C-B4FD-4CE0-B977-FE4410307890}" srcId="{08F2C695-E1B5-4ADE-B7EE-528F2C85370F}" destId="{1F926F97-9B14-47C9-87E8-9A75BCC20F4C}" srcOrd="1" destOrd="0" parTransId="{7C671510-F29D-44AC-8E6D-BB6DE9E19CFA}" sibTransId="{E961B51B-593C-4286-A29C-05451443AD5D}"/>
    <dgm:cxn modelId="{36B53D21-D3F0-4532-9D61-CD0D4F3410C6}" type="presOf" srcId="{D7CD3B48-F401-4B31-A9A9-0577E063F536}" destId="{AC0F08B2-9716-4515-AFE8-24C8DBCB380D}" srcOrd="0" destOrd="0" presId="urn:microsoft.com/office/officeart/2005/8/layout/list1"/>
    <dgm:cxn modelId="{7F73015F-E907-4810-AF4A-38A14BA0D857}" type="presOf" srcId="{D7CD3B48-F401-4B31-A9A9-0577E063F536}" destId="{82D2F408-84DA-4BE8-8312-FCB9BCAF1E28}" srcOrd="1" destOrd="0" presId="urn:microsoft.com/office/officeart/2005/8/layout/list1"/>
    <dgm:cxn modelId="{6ACEF542-1E10-443E-B680-6B5776611C07}" type="presOf" srcId="{08F2C695-E1B5-4ADE-B7EE-528F2C85370F}" destId="{6BA8F769-6C8E-4F71-9E47-1A44642B3BA8}" srcOrd="0" destOrd="0" presId="urn:microsoft.com/office/officeart/2005/8/layout/list1"/>
    <dgm:cxn modelId="{6C40036A-7E3D-4B4F-83DF-E9B2D8AFE130}" srcId="{08F2C695-E1B5-4ADE-B7EE-528F2C85370F}" destId="{D7CD3B48-F401-4B31-A9A9-0577E063F536}" srcOrd="2" destOrd="0" parTransId="{89FA6F9F-4CCA-465E-AD20-0C7E493BCEBD}" sibTransId="{9F66109A-90B7-4C5C-9061-E70F11328CD8}"/>
    <dgm:cxn modelId="{E6CC577A-FCA7-43B2-805A-9C2505E4E27D}" type="presOf" srcId="{FBE3C0C1-4C64-421F-9F05-B7DACCB0E4D4}" destId="{50C4501E-7D29-4614-87D2-8A8BAF30F291}" srcOrd="1" destOrd="0" presId="urn:microsoft.com/office/officeart/2005/8/layout/list1"/>
    <dgm:cxn modelId="{EF090588-B7DA-4E06-BBD5-54566809A242}" type="presOf" srcId="{1F926F97-9B14-47C9-87E8-9A75BCC20F4C}" destId="{F1BAAF73-86DA-44A3-A0B2-E3518D8FBBAA}" srcOrd="1" destOrd="0" presId="urn:microsoft.com/office/officeart/2005/8/layout/list1"/>
    <dgm:cxn modelId="{267CA0D0-142E-49F8-86CF-272BD409B4FE}" type="presOf" srcId="{FBE3C0C1-4C64-421F-9F05-B7DACCB0E4D4}" destId="{2C54F2C8-E616-4EFC-ABFC-B37AA941B53A}" srcOrd="0" destOrd="0" presId="urn:microsoft.com/office/officeart/2005/8/layout/list1"/>
    <dgm:cxn modelId="{79E3C4F1-5A08-47D3-BBF6-FA3BA9A59239}" srcId="{08F2C695-E1B5-4ADE-B7EE-528F2C85370F}" destId="{FBE3C0C1-4C64-421F-9F05-B7DACCB0E4D4}" srcOrd="0" destOrd="0" parTransId="{0D5E73E8-1866-49E5-97FD-D1820DF64B1A}" sibTransId="{1F20DDAE-F7B4-44DB-BF7B-4E073477BB87}"/>
    <dgm:cxn modelId="{EDED34CF-6355-4237-8647-E608995FDE46}" type="presParOf" srcId="{6BA8F769-6C8E-4F71-9E47-1A44642B3BA8}" destId="{DF77B306-FF5D-4D1D-9E8F-26FB2DB1E00F}" srcOrd="0" destOrd="0" presId="urn:microsoft.com/office/officeart/2005/8/layout/list1"/>
    <dgm:cxn modelId="{E038F8A5-C617-421D-A642-441B7569BC65}" type="presParOf" srcId="{DF77B306-FF5D-4D1D-9E8F-26FB2DB1E00F}" destId="{2C54F2C8-E616-4EFC-ABFC-B37AA941B53A}" srcOrd="0" destOrd="0" presId="urn:microsoft.com/office/officeart/2005/8/layout/list1"/>
    <dgm:cxn modelId="{35DD5434-0D35-4C6B-A39A-603CCACF8BBB}" type="presParOf" srcId="{DF77B306-FF5D-4D1D-9E8F-26FB2DB1E00F}" destId="{50C4501E-7D29-4614-87D2-8A8BAF30F291}" srcOrd="1" destOrd="0" presId="urn:microsoft.com/office/officeart/2005/8/layout/list1"/>
    <dgm:cxn modelId="{11046780-D08A-4ADB-8DDE-5F585ED3D034}" type="presParOf" srcId="{6BA8F769-6C8E-4F71-9E47-1A44642B3BA8}" destId="{BEC43BAB-17E4-414E-9402-B1ECF47AEC19}" srcOrd="1" destOrd="0" presId="urn:microsoft.com/office/officeart/2005/8/layout/list1"/>
    <dgm:cxn modelId="{D7CF888A-41DF-4B7F-AE8A-2D2C0BAB7477}" type="presParOf" srcId="{6BA8F769-6C8E-4F71-9E47-1A44642B3BA8}" destId="{24BDD726-EF19-461F-86E3-A477F252C36E}" srcOrd="2" destOrd="0" presId="urn:microsoft.com/office/officeart/2005/8/layout/list1"/>
    <dgm:cxn modelId="{E7B30844-C050-40CD-A3CA-827BBDCDD076}" type="presParOf" srcId="{6BA8F769-6C8E-4F71-9E47-1A44642B3BA8}" destId="{EE113F34-E6BE-4B8A-81F4-77DCC9F930A9}" srcOrd="3" destOrd="0" presId="urn:microsoft.com/office/officeart/2005/8/layout/list1"/>
    <dgm:cxn modelId="{D19380AC-B0E4-4671-9F1C-8BA3C75FEDDF}" type="presParOf" srcId="{6BA8F769-6C8E-4F71-9E47-1A44642B3BA8}" destId="{B73E8E85-4E64-44DA-AC3A-7C48C6C8C349}" srcOrd="4" destOrd="0" presId="urn:microsoft.com/office/officeart/2005/8/layout/list1"/>
    <dgm:cxn modelId="{721DB373-29DD-42FA-998A-D51772F2A8A5}" type="presParOf" srcId="{B73E8E85-4E64-44DA-AC3A-7C48C6C8C349}" destId="{9F03D8AF-49D4-45E9-9786-3B953426C210}" srcOrd="0" destOrd="0" presId="urn:microsoft.com/office/officeart/2005/8/layout/list1"/>
    <dgm:cxn modelId="{2A2A81A8-2560-4658-8EA8-93C3A9E2DD35}" type="presParOf" srcId="{B73E8E85-4E64-44DA-AC3A-7C48C6C8C349}" destId="{F1BAAF73-86DA-44A3-A0B2-E3518D8FBBAA}" srcOrd="1" destOrd="0" presId="urn:microsoft.com/office/officeart/2005/8/layout/list1"/>
    <dgm:cxn modelId="{FFEACD60-4046-4278-8C6B-E9EFB12C68E6}" type="presParOf" srcId="{6BA8F769-6C8E-4F71-9E47-1A44642B3BA8}" destId="{A928E6BB-8E37-4832-931D-18BD67484940}" srcOrd="5" destOrd="0" presId="urn:microsoft.com/office/officeart/2005/8/layout/list1"/>
    <dgm:cxn modelId="{3132DBAC-1F55-4C90-918C-A752A573A30B}" type="presParOf" srcId="{6BA8F769-6C8E-4F71-9E47-1A44642B3BA8}" destId="{E0DDAEFA-F82B-4449-9641-220512FEDF44}" srcOrd="6" destOrd="0" presId="urn:microsoft.com/office/officeart/2005/8/layout/list1"/>
    <dgm:cxn modelId="{73981946-DCB5-4079-AF6D-3A3058360094}" type="presParOf" srcId="{6BA8F769-6C8E-4F71-9E47-1A44642B3BA8}" destId="{AC2D085C-803F-4A6D-862B-4889499F6228}" srcOrd="7" destOrd="0" presId="urn:microsoft.com/office/officeart/2005/8/layout/list1"/>
    <dgm:cxn modelId="{B453ABA8-815C-4171-B4DD-93EF15C4A6B2}" type="presParOf" srcId="{6BA8F769-6C8E-4F71-9E47-1A44642B3BA8}" destId="{83B5B3AD-BE7F-42F2-A3ED-5914B5434115}" srcOrd="8" destOrd="0" presId="urn:microsoft.com/office/officeart/2005/8/layout/list1"/>
    <dgm:cxn modelId="{002C4732-D38A-47C2-A913-E74651531403}" type="presParOf" srcId="{83B5B3AD-BE7F-42F2-A3ED-5914B5434115}" destId="{AC0F08B2-9716-4515-AFE8-24C8DBCB380D}" srcOrd="0" destOrd="0" presId="urn:microsoft.com/office/officeart/2005/8/layout/list1"/>
    <dgm:cxn modelId="{7C22BD61-D426-4461-8B83-162CEA4D3200}" type="presParOf" srcId="{83B5B3AD-BE7F-42F2-A3ED-5914B5434115}" destId="{82D2F408-84DA-4BE8-8312-FCB9BCAF1E28}" srcOrd="1" destOrd="0" presId="urn:microsoft.com/office/officeart/2005/8/layout/list1"/>
    <dgm:cxn modelId="{41532502-EA2B-46B5-B13B-E0402D0EA67A}" type="presParOf" srcId="{6BA8F769-6C8E-4F71-9E47-1A44642B3BA8}" destId="{C3B9954E-74A4-4EB6-A163-667D7482CC9F}" srcOrd="9" destOrd="0" presId="urn:microsoft.com/office/officeart/2005/8/layout/list1"/>
    <dgm:cxn modelId="{3E0C2383-60D2-494E-BAB8-E75641B3F3D9}" type="presParOf" srcId="{6BA8F769-6C8E-4F71-9E47-1A44642B3BA8}" destId="{1667D153-762D-40AC-9BB3-3710E9D8EB8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58CDD8-ACE5-4D6C-869F-03C2FF24CA91}" type="doc">
      <dgm:prSet loTypeId="urn:microsoft.com/office/officeart/2005/8/layout/cycle1" loCatId="cycle" qsTypeId="urn:microsoft.com/office/officeart/2005/8/quickstyle/simple1" qsCatId="simple" csTypeId="urn:microsoft.com/office/officeart/2005/8/colors/accent1_2" csCatId="accent1"/>
      <dgm:spPr/>
      <dgm:t>
        <a:bodyPr/>
        <a:lstStyle/>
        <a:p>
          <a:endParaRPr lang="en-US"/>
        </a:p>
      </dgm:t>
    </dgm:pt>
    <dgm:pt modelId="{C6DC39C0-D399-4310-AA89-3A56EAE03C12}">
      <dgm:prSet/>
      <dgm:spPr/>
      <dgm:t>
        <a:bodyPr/>
        <a:lstStyle/>
        <a:p>
          <a:r>
            <a:rPr lang="en-US" b="1" dirty="0"/>
            <a:t>Geographic Market:</a:t>
          </a:r>
        </a:p>
      </dgm:t>
    </dgm:pt>
    <dgm:pt modelId="{B301FB2D-F753-40CA-AC52-15653563CED3}" type="parTrans" cxnId="{6D8DC8A3-733D-45D1-A9F6-AB2E82CDC194}">
      <dgm:prSet/>
      <dgm:spPr/>
      <dgm:t>
        <a:bodyPr/>
        <a:lstStyle/>
        <a:p>
          <a:endParaRPr lang="en-US"/>
        </a:p>
      </dgm:t>
    </dgm:pt>
    <dgm:pt modelId="{E734ADD6-15B5-45EC-88AC-0C7C1BD6DBF0}" type="sibTrans" cxnId="{6D8DC8A3-733D-45D1-A9F6-AB2E82CDC194}">
      <dgm:prSet/>
      <dgm:spPr/>
      <dgm:t>
        <a:bodyPr/>
        <a:lstStyle/>
        <a:p>
          <a:endParaRPr lang="en-US"/>
        </a:p>
      </dgm:t>
    </dgm:pt>
    <dgm:pt modelId="{9DAE46FC-276A-4C79-974D-B019BBE842A5}">
      <dgm:prSet/>
      <dgm:spPr/>
      <dgm:t>
        <a:bodyPr/>
        <a:lstStyle/>
        <a:p>
          <a:r>
            <a:rPr lang="en-US" dirty="0"/>
            <a:t>Customer base spans 108 countries with 599 total customers, demonstrating strong international reach.</a:t>
          </a:r>
        </a:p>
      </dgm:t>
    </dgm:pt>
    <dgm:pt modelId="{E7ACA377-5BD6-4D81-B9A8-B8186D6F5251}" type="parTrans" cxnId="{3FEABD52-9653-4D0D-8314-64F3087A275B}">
      <dgm:prSet/>
      <dgm:spPr/>
      <dgm:t>
        <a:bodyPr/>
        <a:lstStyle/>
        <a:p>
          <a:endParaRPr lang="en-US"/>
        </a:p>
      </dgm:t>
    </dgm:pt>
    <dgm:pt modelId="{CE342D40-BC6A-43A8-9F65-E74D8F524D69}" type="sibTrans" cxnId="{3FEABD52-9653-4D0D-8314-64F3087A275B}">
      <dgm:prSet/>
      <dgm:spPr/>
      <dgm:t>
        <a:bodyPr/>
        <a:lstStyle/>
        <a:p>
          <a:endParaRPr lang="en-US"/>
        </a:p>
      </dgm:t>
    </dgm:pt>
    <dgm:pt modelId="{E899EC5C-86F3-483C-9068-52B74D122AD9}">
      <dgm:prSet/>
      <dgm:spPr/>
      <dgm:t>
        <a:bodyPr/>
        <a:lstStyle/>
        <a:p>
          <a:r>
            <a:rPr lang="en-US"/>
            <a:t>India and China represent the two largest markets with significant growth potential</a:t>
          </a:r>
        </a:p>
      </dgm:t>
    </dgm:pt>
    <dgm:pt modelId="{84204EAD-C70E-4590-AC02-175F3E15F8BA}" type="parTrans" cxnId="{E0E99889-06AE-4CD7-8720-CB9AE77758C9}">
      <dgm:prSet/>
      <dgm:spPr/>
      <dgm:t>
        <a:bodyPr/>
        <a:lstStyle/>
        <a:p>
          <a:endParaRPr lang="en-US"/>
        </a:p>
      </dgm:t>
    </dgm:pt>
    <dgm:pt modelId="{B69E08CA-531F-4E94-99F4-4A2570E9F5C5}" type="sibTrans" cxnId="{E0E99889-06AE-4CD7-8720-CB9AE77758C9}">
      <dgm:prSet/>
      <dgm:spPr/>
      <dgm:t>
        <a:bodyPr/>
        <a:lstStyle/>
        <a:p>
          <a:endParaRPr lang="en-US"/>
        </a:p>
      </dgm:t>
    </dgm:pt>
    <dgm:pt modelId="{6AB412E4-E5B9-4080-853C-EC0EAE4D533E}">
      <dgm:prSet/>
      <dgm:spPr/>
      <dgm:t>
        <a:bodyPr/>
        <a:lstStyle/>
        <a:p>
          <a:r>
            <a:rPr lang="en-US"/>
            <a:t>North America, Europe, and Asia show established presence, while Africa and Australia remain largely untapped markets with substantial expansion opportunities</a:t>
          </a:r>
        </a:p>
      </dgm:t>
    </dgm:pt>
    <dgm:pt modelId="{D077A8FF-B537-4229-9542-7B638E7CAA12}" type="parTrans" cxnId="{0C700783-CFB9-4698-BEE9-33D622B3AF74}">
      <dgm:prSet/>
      <dgm:spPr/>
      <dgm:t>
        <a:bodyPr/>
        <a:lstStyle/>
        <a:p>
          <a:endParaRPr lang="en-US"/>
        </a:p>
      </dgm:t>
    </dgm:pt>
    <dgm:pt modelId="{EE82475C-A536-4E3B-ADA7-7B733C048DC1}" type="sibTrans" cxnId="{0C700783-CFB9-4698-BEE9-33D622B3AF74}">
      <dgm:prSet/>
      <dgm:spPr/>
      <dgm:t>
        <a:bodyPr/>
        <a:lstStyle/>
        <a:p>
          <a:endParaRPr lang="en-US"/>
        </a:p>
      </dgm:t>
    </dgm:pt>
    <dgm:pt modelId="{6108D3F2-060C-4A6F-8C73-FF63B3E52EA2}">
      <dgm:prSet/>
      <dgm:spPr/>
      <dgm:t>
        <a:bodyPr/>
        <a:lstStyle/>
        <a:p>
          <a:r>
            <a:rPr lang="en-US"/>
            <a:t>Top 10 countries show diverse geographic distribution across continents, indicating successful international market penetration</a:t>
          </a:r>
        </a:p>
      </dgm:t>
    </dgm:pt>
    <dgm:pt modelId="{DAAA4A40-881A-4B71-BEED-B729A55B7CFA}" type="parTrans" cxnId="{C979FB20-1C14-4C8D-8492-BAE756AB21E0}">
      <dgm:prSet/>
      <dgm:spPr/>
      <dgm:t>
        <a:bodyPr/>
        <a:lstStyle/>
        <a:p>
          <a:endParaRPr lang="en-US"/>
        </a:p>
      </dgm:t>
    </dgm:pt>
    <dgm:pt modelId="{07450A9F-1F4E-4B35-99D1-4149EC61EF7F}" type="sibTrans" cxnId="{C979FB20-1C14-4C8D-8492-BAE756AB21E0}">
      <dgm:prSet/>
      <dgm:spPr/>
      <dgm:t>
        <a:bodyPr/>
        <a:lstStyle/>
        <a:p>
          <a:endParaRPr lang="en-US"/>
        </a:p>
      </dgm:t>
    </dgm:pt>
    <dgm:pt modelId="{E6A8D054-8B73-419E-A17E-2BA5D2B5E11C}" type="pres">
      <dgm:prSet presAssocID="{1058CDD8-ACE5-4D6C-869F-03C2FF24CA91}" presName="cycle" presStyleCnt="0">
        <dgm:presLayoutVars>
          <dgm:dir/>
          <dgm:resizeHandles val="exact"/>
        </dgm:presLayoutVars>
      </dgm:prSet>
      <dgm:spPr/>
    </dgm:pt>
    <dgm:pt modelId="{C33EEE8E-11C4-4757-9620-0C2E52445307}" type="pres">
      <dgm:prSet presAssocID="{C6DC39C0-D399-4310-AA89-3A56EAE03C12}" presName="node" presStyleLbl="revTx" presStyleIdx="0" presStyleCnt="1" custRadScaleRad="5891288" custRadScaleInc="-49837">
        <dgm:presLayoutVars>
          <dgm:bulletEnabled val="1"/>
        </dgm:presLayoutVars>
      </dgm:prSet>
      <dgm:spPr/>
    </dgm:pt>
  </dgm:ptLst>
  <dgm:cxnLst>
    <dgm:cxn modelId="{A7E63319-6BDF-437B-BBC5-F333718C0E69}" type="presOf" srcId="{C6DC39C0-D399-4310-AA89-3A56EAE03C12}" destId="{C33EEE8E-11C4-4757-9620-0C2E52445307}" srcOrd="0" destOrd="0" presId="urn:microsoft.com/office/officeart/2005/8/layout/cycle1"/>
    <dgm:cxn modelId="{C979FB20-1C14-4C8D-8492-BAE756AB21E0}" srcId="{C6DC39C0-D399-4310-AA89-3A56EAE03C12}" destId="{6108D3F2-060C-4A6F-8C73-FF63B3E52EA2}" srcOrd="3" destOrd="0" parTransId="{DAAA4A40-881A-4B71-BEED-B729A55B7CFA}" sibTransId="{07450A9F-1F4E-4B35-99D1-4149EC61EF7F}"/>
    <dgm:cxn modelId="{5001E727-4855-45B4-B4D0-EB5A6BB11D52}" type="presOf" srcId="{9DAE46FC-276A-4C79-974D-B019BBE842A5}" destId="{C33EEE8E-11C4-4757-9620-0C2E52445307}" srcOrd="0" destOrd="1" presId="urn:microsoft.com/office/officeart/2005/8/layout/cycle1"/>
    <dgm:cxn modelId="{2AA69134-2B3D-48A9-8ECE-341230005CB6}" type="presOf" srcId="{6AB412E4-E5B9-4080-853C-EC0EAE4D533E}" destId="{C33EEE8E-11C4-4757-9620-0C2E52445307}" srcOrd="0" destOrd="3" presId="urn:microsoft.com/office/officeart/2005/8/layout/cycle1"/>
    <dgm:cxn modelId="{14BA9963-6572-4E01-8C06-9D4C49EAA53A}" type="presOf" srcId="{6108D3F2-060C-4A6F-8C73-FF63B3E52EA2}" destId="{C33EEE8E-11C4-4757-9620-0C2E52445307}" srcOrd="0" destOrd="4" presId="urn:microsoft.com/office/officeart/2005/8/layout/cycle1"/>
    <dgm:cxn modelId="{3FEABD52-9653-4D0D-8314-64F3087A275B}" srcId="{C6DC39C0-D399-4310-AA89-3A56EAE03C12}" destId="{9DAE46FC-276A-4C79-974D-B019BBE842A5}" srcOrd="0" destOrd="0" parTransId="{E7ACA377-5BD6-4D81-B9A8-B8186D6F5251}" sibTransId="{CE342D40-BC6A-43A8-9F65-E74D8F524D69}"/>
    <dgm:cxn modelId="{0C700783-CFB9-4698-BEE9-33D622B3AF74}" srcId="{C6DC39C0-D399-4310-AA89-3A56EAE03C12}" destId="{6AB412E4-E5B9-4080-853C-EC0EAE4D533E}" srcOrd="2" destOrd="0" parTransId="{D077A8FF-B537-4229-9542-7B638E7CAA12}" sibTransId="{EE82475C-A536-4E3B-ADA7-7B733C048DC1}"/>
    <dgm:cxn modelId="{E0E99889-06AE-4CD7-8720-CB9AE77758C9}" srcId="{C6DC39C0-D399-4310-AA89-3A56EAE03C12}" destId="{E899EC5C-86F3-483C-9068-52B74D122AD9}" srcOrd="1" destOrd="0" parTransId="{84204EAD-C70E-4590-AC02-175F3E15F8BA}" sibTransId="{B69E08CA-531F-4E94-99F4-4A2570E9F5C5}"/>
    <dgm:cxn modelId="{62DE078F-9CE1-44FF-BEB4-DADCC2504719}" type="presOf" srcId="{E899EC5C-86F3-483C-9068-52B74D122AD9}" destId="{C33EEE8E-11C4-4757-9620-0C2E52445307}" srcOrd="0" destOrd="2" presId="urn:microsoft.com/office/officeart/2005/8/layout/cycle1"/>
    <dgm:cxn modelId="{6D8DC8A3-733D-45D1-A9F6-AB2E82CDC194}" srcId="{1058CDD8-ACE5-4D6C-869F-03C2FF24CA91}" destId="{C6DC39C0-D399-4310-AA89-3A56EAE03C12}" srcOrd="0" destOrd="0" parTransId="{B301FB2D-F753-40CA-AC52-15653563CED3}" sibTransId="{E734ADD6-15B5-45EC-88AC-0C7C1BD6DBF0}"/>
    <dgm:cxn modelId="{0A5FCFFD-B4FD-4F08-97A3-9C8B59EE627C}" type="presOf" srcId="{1058CDD8-ACE5-4D6C-869F-03C2FF24CA91}" destId="{E6A8D054-8B73-419E-A17E-2BA5D2B5E11C}" srcOrd="0" destOrd="0" presId="urn:microsoft.com/office/officeart/2005/8/layout/cycle1"/>
    <dgm:cxn modelId="{42F926F5-F504-477E-AFE8-5448539F1486}" type="presParOf" srcId="{E6A8D054-8B73-419E-A17E-2BA5D2B5E11C}" destId="{C33EEE8E-11C4-4757-9620-0C2E52445307}" srcOrd="0"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BCCBF9-B4D9-4D63-AF6D-AF5D7A77914C}">
      <dsp:nvSpPr>
        <dsp:cNvPr id="0" name=""/>
        <dsp:cNvSpPr/>
      </dsp:nvSpPr>
      <dsp:spPr>
        <a:xfrm>
          <a:off x="0" y="924578"/>
          <a:ext cx="6557346" cy="17069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475125-BA7F-4EE9-B473-175794503FF7}">
      <dsp:nvSpPr>
        <dsp:cNvPr id="0" name=""/>
        <dsp:cNvSpPr/>
      </dsp:nvSpPr>
      <dsp:spPr>
        <a:xfrm>
          <a:off x="516341" y="1308633"/>
          <a:ext cx="938802" cy="9388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C0BA6-B5AE-4373-BB20-C1CBC6B36D4C}">
      <dsp:nvSpPr>
        <dsp:cNvPr id="0" name=""/>
        <dsp:cNvSpPr/>
      </dsp:nvSpPr>
      <dsp:spPr>
        <a:xfrm>
          <a:off x="1971485" y="924578"/>
          <a:ext cx="4585860" cy="1706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648" tIns="180648" rIns="180648" bIns="180648" numCol="1" spcCol="1270" anchor="ctr" anchorCtr="0">
          <a:noAutofit/>
        </a:bodyPr>
        <a:lstStyle/>
        <a:p>
          <a:pPr marL="0" lvl="0" indent="0" algn="l" defTabSz="622300">
            <a:lnSpc>
              <a:spcPct val="100000"/>
            </a:lnSpc>
            <a:spcBef>
              <a:spcPct val="0"/>
            </a:spcBef>
            <a:spcAft>
              <a:spcPct val="35000"/>
            </a:spcAft>
            <a:buNone/>
          </a:pPr>
          <a:r>
            <a:rPr lang="en-US" sz="1400" kern="1200" dirty="0"/>
            <a:t>Rockbuster Stealth LLC is a movie rental company that used to have stores around the   world. However, the movie rental business has changed from in store to streaming. To stay competitive the Rockbuster Stealth management team is planning to use its existing movie licenses to launch an online video rental service. </a:t>
          </a:r>
        </a:p>
      </dsp:txBody>
      <dsp:txXfrm>
        <a:off x="1971485" y="924578"/>
        <a:ext cx="4585860" cy="1706913"/>
      </dsp:txXfrm>
    </dsp:sp>
    <dsp:sp modelId="{2BB2A830-E0D2-43D1-909F-CB5E3C61DB9B}">
      <dsp:nvSpPr>
        <dsp:cNvPr id="0" name=""/>
        <dsp:cNvSpPr/>
      </dsp:nvSpPr>
      <dsp:spPr>
        <a:xfrm>
          <a:off x="0" y="3058220"/>
          <a:ext cx="6557346" cy="17069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8D9EE1-591A-4DCD-8C3E-8C68E5B081F3}">
      <dsp:nvSpPr>
        <dsp:cNvPr id="0" name=""/>
        <dsp:cNvSpPr/>
      </dsp:nvSpPr>
      <dsp:spPr>
        <a:xfrm>
          <a:off x="516341" y="3442276"/>
          <a:ext cx="938802" cy="9388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AA5C14-1E3A-4B49-8AE5-1DEF6BA98D29}">
      <dsp:nvSpPr>
        <dsp:cNvPr id="0" name=""/>
        <dsp:cNvSpPr/>
      </dsp:nvSpPr>
      <dsp:spPr>
        <a:xfrm>
          <a:off x="1971485" y="3058220"/>
          <a:ext cx="4585860" cy="17069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648" tIns="180648" rIns="180648" bIns="180648" numCol="1" spcCol="1270" anchor="ctr" anchorCtr="0">
          <a:noAutofit/>
        </a:bodyPr>
        <a:lstStyle/>
        <a:p>
          <a:pPr marL="0" lvl="0" indent="0" algn="l" defTabSz="622300">
            <a:lnSpc>
              <a:spcPct val="100000"/>
            </a:lnSpc>
            <a:spcBef>
              <a:spcPct val="0"/>
            </a:spcBef>
            <a:spcAft>
              <a:spcPct val="35000"/>
            </a:spcAft>
            <a:buNone/>
          </a:pPr>
          <a:r>
            <a:rPr lang="en-US" sz="1400" kern="1200"/>
            <a:t>As the Business Intelligence team, we analyzed Rockbuster’s rental and customer data to provide data-driven insights to review and produced recommendations for the company’s launch strategy.</a:t>
          </a:r>
        </a:p>
      </dsp:txBody>
      <dsp:txXfrm>
        <a:off x="1971485" y="3058220"/>
        <a:ext cx="4585860" cy="17069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BDD726-EF19-461F-86E3-A477F252C36E}">
      <dsp:nvSpPr>
        <dsp:cNvPr id="0" name=""/>
        <dsp:cNvSpPr/>
      </dsp:nvSpPr>
      <dsp:spPr>
        <a:xfrm>
          <a:off x="0" y="148748"/>
          <a:ext cx="7794170" cy="1686124"/>
        </a:xfrm>
        <a:prstGeom prst="rect">
          <a:avLst/>
        </a:prstGeom>
        <a:solidFill>
          <a:schemeClr val="lt1">
            <a:alpha val="90000"/>
            <a:hueOff val="0"/>
            <a:satOff val="0"/>
            <a:lumOff val="0"/>
            <a:alphaOff val="0"/>
          </a:schemeClr>
        </a:solidFill>
        <a:ln w="1905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dsp:style>
    </dsp:sp>
    <dsp:sp modelId="{50C4501E-7D29-4614-87D2-8A8BAF30F291}">
      <dsp:nvSpPr>
        <dsp:cNvPr id="0" name=""/>
        <dsp:cNvSpPr/>
      </dsp:nvSpPr>
      <dsp:spPr>
        <a:xfrm>
          <a:off x="0" y="0"/>
          <a:ext cx="2886890" cy="589532"/>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21" tIns="0" rIns="206221" bIns="0" numCol="1" spcCol="1270" anchor="ctr" anchorCtr="0">
          <a:noAutofit/>
        </a:bodyPr>
        <a:lstStyle/>
        <a:p>
          <a:pPr marL="0" lvl="0" indent="0" algn="l" defTabSz="1955800">
            <a:lnSpc>
              <a:spcPct val="90000"/>
            </a:lnSpc>
            <a:spcBef>
              <a:spcPct val="0"/>
            </a:spcBef>
            <a:spcAft>
              <a:spcPct val="35000"/>
            </a:spcAft>
            <a:buNone/>
          </a:pPr>
          <a:r>
            <a:rPr lang="en-US" sz="4400" kern="1200" dirty="0"/>
            <a:t>Average </a:t>
          </a:r>
        </a:p>
      </dsp:txBody>
      <dsp:txXfrm>
        <a:off x="28779" y="28779"/>
        <a:ext cx="2829332" cy="531974"/>
      </dsp:txXfrm>
    </dsp:sp>
    <dsp:sp modelId="{E0DDAEFA-F82B-4449-9641-220512FEDF44}">
      <dsp:nvSpPr>
        <dsp:cNvPr id="0" name=""/>
        <dsp:cNvSpPr/>
      </dsp:nvSpPr>
      <dsp:spPr>
        <a:xfrm>
          <a:off x="0" y="2106025"/>
          <a:ext cx="7794170" cy="1649531"/>
        </a:xfrm>
        <a:prstGeom prst="rect">
          <a:avLst/>
        </a:prstGeom>
        <a:solidFill>
          <a:schemeClr val="lt1">
            <a:alpha val="90000"/>
            <a:hueOff val="0"/>
            <a:satOff val="0"/>
            <a:lumOff val="0"/>
            <a:alphaOff val="0"/>
          </a:schemeClr>
        </a:solidFill>
        <a:ln w="1905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dsp:style>
    </dsp:sp>
    <dsp:sp modelId="{F1BAAF73-86DA-44A3-A0B2-E3518D8FBBAA}">
      <dsp:nvSpPr>
        <dsp:cNvPr id="0" name=""/>
        <dsp:cNvSpPr/>
      </dsp:nvSpPr>
      <dsp:spPr>
        <a:xfrm>
          <a:off x="0" y="1905328"/>
          <a:ext cx="2974021" cy="631093"/>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21" tIns="0" rIns="206221" bIns="0" numCol="1" spcCol="1270" anchor="ctr" anchorCtr="0">
          <a:noAutofit/>
        </a:bodyPr>
        <a:lstStyle/>
        <a:p>
          <a:pPr marL="0" lvl="0" indent="0" algn="l" defTabSz="1955800">
            <a:lnSpc>
              <a:spcPct val="90000"/>
            </a:lnSpc>
            <a:spcBef>
              <a:spcPct val="0"/>
            </a:spcBef>
            <a:spcAft>
              <a:spcPct val="35000"/>
            </a:spcAft>
            <a:buNone/>
          </a:pPr>
          <a:r>
            <a:rPr lang="en-US" sz="4400" kern="1200" dirty="0"/>
            <a:t>Minimum</a:t>
          </a:r>
          <a:endParaRPr lang="en-US" sz="6500" kern="1200" dirty="0"/>
        </a:p>
      </dsp:txBody>
      <dsp:txXfrm>
        <a:off x="30807" y="1936135"/>
        <a:ext cx="2912407" cy="569479"/>
      </dsp:txXfrm>
    </dsp:sp>
    <dsp:sp modelId="{1667D153-762D-40AC-9BB3-3710E9D8EB89}">
      <dsp:nvSpPr>
        <dsp:cNvPr id="0" name=""/>
        <dsp:cNvSpPr/>
      </dsp:nvSpPr>
      <dsp:spPr>
        <a:xfrm>
          <a:off x="0" y="3931542"/>
          <a:ext cx="7794170" cy="1956066"/>
        </a:xfrm>
        <a:prstGeom prst="rect">
          <a:avLst/>
        </a:prstGeom>
        <a:solidFill>
          <a:schemeClr val="lt1">
            <a:alpha val="90000"/>
            <a:hueOff val="0"/>
            <a:satOff val="0"/>
            <a:lumOff val="0"/>
            <a:alphaOff val="0"/>
          </a:schemeClr>
        </a:solidFill>
        <a:ln w="19050" cap="flat" cmpd="sng" algn="ctr">
          <a:solidFill>
            <a:schemeClr val="accent2">
              <a:lumMod val="75000"/>
            </a:schemeClr>
          </a:solidFill>
          <a:prstDash val="solid"/>
          <a:miter lim="800000"/>
        </a:ln>
        <a:effectLst/>
      </dsp:spPr>
      <dsp:style>
        <a:lnRef idx="2">
          <a:scrgbClr r="0" g="0" b="0"/>
        </a:lnRef>
        <a:fillRef idx="1">
          <a:scrgbClr r="0" g="0" b="0"/>
        </a:fillRef>
        <a:effectRef idx="0">
          <a:scrgbClr r="0" g="0" b="0"/>
        </a:effectRef>
        <a:fontRef idx="minor"/>
      </dsp:style>
    </dsp:sp>
    <dsp:sp modelId="{82D2F408-84DA-4BE8-8312-FCB9BCAF1E28}">
      <dsp:nvSpPr>
        <dsp:cNvPr id="0" name=""/>
        <dsp:cNvSpPr/>
      </dsp:nvSpPr>
      <dsp:spPr>
        <a:xfrm>
          <a:off x="10884" y="3829990"/>
          <a:ext cx="3171798" cy="667588"/>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21" tIns="0" rIns="206221" bIns="0" numCol="1" spcCol="1270" anchor="ctr" anchorCtr="0">
          <a:noAutofit/>
        </a:bodyPr>
        <a:lstStyle/>
        <a:p>
          <a:pPr marL="0" lvl="0" indent="0" algn="l" defTabSz="1955800">
            <a:lnSpc>
              <a:spcPct val="90000"/>
            </a:lnSpc>
            <a:spcBef>
              <a:spcPct val="0"/>
            </a:spcBef>
            <a:spcAft>
              <a:spcPct val="35000"/>
            </a:spcAft>
            <a:buNone/>
          </a:pPr>
          <a:r>
            <a:rPr lang="en-US" sz="4400" kern="1200" dirty="0"/>
            <a:t>Maximum</a:t>
          </a:r>
        </a:p>
      </dsp:txBody>
      <dsp:txXfrm>
        <a:off x="43473" y="3862579"/>
        <a:ext cx="3106620" cy="6024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3EEE8E-11C4-4757-9620-0C2E52445307}">
      <dsp:nvSpPr>
        <dsp:cNvPr id="0" name=""/>
        <dsp:cNvSpPr/>
      </dsp:nvSpPr>
      <dsp:spPr>
        <a:xfrm>
          <a:off x="0" y="544999"/>
          <a:ext cx="4256314" cy="42563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l" defTabSz="977900">
            <a:lnSpc>
              <a:spcPct val="90000"/>
            </a:lnSpc>
            <a:spcBef>
              <a:spcPct val="0"/>
            </a:spcBef>
            <a:spcAft>
              <a:spcPct val="35000"/>
            </a:spcAft>
            <a:buNone/>
          </a:pPr>
          <a:r>
            <a:rPr lang="en-US" sz="2200" b="1" kern="1200" dirty="0"/>
            <a:t>Geographic Market:</a:t>
          </a:r>
        </a:p>
        <a:p>
          <a:pPr marL="171450" lvl="1" indent="-171450" algn="l" defTabSz="755650">
            <a:lnSpc>
              <a:spcPct val="90000"/>
            </a:lnSpc>
            <a:spcBef>
              <a:spcPct val="0"/>
            </a:spcBef>
            <a:spcAft>
              <a:spcPct val="15000"/>
            </a:spcAft>
            <a:buChar char="•"/>
          </a:pPr>
          <a:r>
            <a:rPr lang="en-US" sz="1700" kern="1200" dirty="0"/>
            <a:t>Customer base spans 108 countries with 599 total customers, demonstrating strong international reach.</a:t>
          </a:r>
        </a:p>
        <a:p>
          <a:pPr marL="171450" lvl="1" indent="-171450" algn="l" defTabSz="755650">
            <a:lnSpc>
              <a:spcPct val="90000"/>
            </a:lnSpc>
            <a:spcBef>
              <a:spcPct val="0"/>
            </a:spcBef>
            <a:spcAft>
              <a:spcPct val="15000"/>
            </a:spcAft>
            <a:buChar char="•"/>
          </a:pPr>
          <a:r>
            <a:rPr lang="en-US" sz="1700" kern="1200"/>
            <a:t>India and China represent the two largest markets with significant growth potential</a:t>
          </a:r>
        </a:p>
        <a:p>
          <a:pPr marL="171450" lvl="1" indent="-171450" algn="l" defTabSz="755650">
            <a:lnSpc>
              <a:spcPct val="90000"/>
            </a:lnSpc>
            <a:spcBef>
              <a:spcPct val="0"/>
            </a:spcBef>
            <a:spcAft>
              <a:spcPct val="15000"/>
            </a:spcAft>
            <a:buChar char="•"/>
          </a:pPr>
          <a:r>
            <a:rPr lang="en-US" sz="1700" kern="1200"/>
            <a:t>North America, Europe, and Asia show established presence, while Africa and Australia remain largely untapped markets with substantial expansion opportunities</a:t>
          </a:r>
        </a:p>
        <a:p>
          <a:pPr marL="171450" lvl="1" indent="-171450" algn="l" defTabSz="755650">
            <a:lnSpc>
              <a:spcPct val="90000"/>
            </a:lnSpc>
            <a:spcBef>
              <a:spcPct val="0"/>
            </a:spcBef>
            <a:spcAft>
              <a:spcPct val="15000"/>
            </a:spcAft>
            <a:buChar char="•"/>
          </a:pPr>
          <a:r>
            <a:rPr lang="en-US" sz="1700" kern="1200"/>
            <a:t>Top 10 countries show diverse geographic distribution across continents, indicating successful international market penetration</a:t>
          </a:r>
        </a:p>
      </dsp:txBody>
      <dsp:txXfrm>
        <a:off x="0" y="544999"/>
        <a:ext cx="4256314" cy="425631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82EDC1-0032-4312-9F8D-C3E08087C5ED}"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667EF5-D815-4E7E-8E04-B2D202CE25E2}" type="slidenum">
              <a:rPr lang="en-US" smtClean="0"/>
              <a:t>‹#›</a:t>
            </a:fld>
            <a:endParaRPr lang="en-US"/>
          </a:p>
        </p:txBody>
      </p:sp>
    </p:spTree>
    <p:extLst>
      <p:ext uri="{BB962C8B-B14F-4D97-AF65-F5344CB8AC3E}">
        <p14:creationId xmlns:p14="http://schemas.microsoft.com/office/powerpoint/2010/main" val="161537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4EA1-3EBA-A174-D0AF-9918846A8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5E8FC0-BCAF-A722-FCCB-42DA2F8A04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26CEDD-D126-288C-6A5F-9A77390A0DC7}"/>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5" name="Footer Placeholder 4">
            <a:extLst>
              <a:ext uri="{FF2B5EF4-FFF2-40B4-BE49-F238E27FC236}">
                <a16:creationId xmlns:a16="http://schemas.microsoft.com/office/drawing/2014/main" id="{1B9B1CB3-EC60-C3A8-C2D6-36B137C3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EBC87-C476-D71B-48F6-0A154D325DE6}"/>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1798543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048D0-10B9-B4EC-ADDA-34FD5674F7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53E324-D81C-F492-8B79-19C9D0D8F9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B3DA4C-4B5D-77BC-04E7-900BD274D285}"/>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5" name="Footer Placeholder 4">
            <a:extLst>
              <a:ext uri="{FF2B5EF4-FFF2-40B4-BE49-F238E27FC236}">
                <a16:creationId xmlns:a16="http://schemas.microsoft.com/office/drawing/2014/main" id="{96F94A86-032A-5B77-CC33-C7252742C6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9C365-13EE-7832-A2A4-5546AEDCF279}"/>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2090739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338C7-4FE0-E55E-1844-F6279FA646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017611-AF10-814B-6144-CD491948DC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5C4D40-6AC0-3BA4-0A1E-E20C94D5104F}"/>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5" name="Footer Placeholder 4">
            <a:extLst>
              <a:ext uri="{FF2B5EF4-FFF2-40B4-BE49-F238E27FC236}">
                <a16:creationId xmlns:a16="http://schemas.microsoft.com/office/drawing/2014/main" id="{A1F88150-C03D-9E04-2672-E60D255741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E19B60-B514-68B0-A585-BA9656AE2D6B}"/>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4283141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ACBB7-D3D9-C621-EE39-72398B1CC0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EC8614-AB04-1B17-9D20-C3F3D6502D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30B5F9-0724-F4BF-A094-12076169DC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48B800-FFB4-D601-50EF-68CEF66AC897}"/>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6" name="Footer Placeholder 5">
            <a:extLst>
              <a:ext uri="{FF2B5EF4-FFF2-40B4-BE49-F238E27FC236}">
                <a16:creationId xmlns:a16="http://schemas.microsoft.com/office/drawing/2014/main" id="{8078AA80-25E3-9CEC-88C9-CC6AB9F0EA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10798C-8495-9E47-277A-5C6EE748F819}"/>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991525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23B7E-688C-2FD5-5B58-7FCBB14799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2E65AC-7E5A-CF9D-57F5-B512E0D80F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A4CF55-EAA7-E896-CF71-7FFDD0E6C2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BE2889-3008-174F-F5DA-D16C59EB47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5464FD-19AF-9EB6-3860-24B2FB2027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BB60FD-363F-CE28-D2D4-68FC3551FE5D}"/>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8" name="Footer Placeholder 7">
            <a:extLst>
              <a:ext uri="{FF2B5EF4-FFF2-40B4-BE49-F238E27FC236}">
                <a16:creationId xmlns:a16="http://schemas.microsoft.com/office/drawing/2014/main" id="{22029EDA-5021-78C3-F3AB-2871737E93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6BDC075-D8A9-44DE-8CC9-9D159E87A612}"/>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1860237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DD54-B81E-1155-4CF6-FA96FB5555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BD62E9-6819-1FE9-A881-29C3FC8A45FA}"/>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4" name="Footer Placeholder 3">
            <a:extLst>
              <a:ext uri="{FF2B5EF4-FFF2-40B4-BE49-F238E27FC236}">
                <a16:creationId xmlns:a16="http://schemas.microsoft.com/office/drawing/2014/main" id="{04EBA4D8-5CF0-5DF7-FD03-C6F95B98A1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13D8C0-DF8D-8542-6A7D-DDD5B2459E38}"/>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3878768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9A8617-D4EC-D52E-FA88-D7F329D83777}"/>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3" name="Footer Placeholder 2">
            <a:extLst>
              <a:ext uri="{FF2B5EF4-FFF2-40B4-BE49-F238E27FC236}">
                <a16:creationId xmlns:a16="http://schemas.microsoft.com/office/drawing/2014/main" id="{CB17FE16-9E82-F0AF-5339-078B4CD076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2C2E82-442F-5FD2-2F47-5B0150B59CEB}"/>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4032482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C117-9057-5A8C-8DD2-700EF21637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F4988D-60A5-F3C4-58EF-E3A75BBE82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75B143-845C-B729-448F-E9FC63945B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388249-1836-DA36-39A6-C6F575A79B8B}"/>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6" name="Footer Placeholder 5">
            <a:extLst>
              <a:ext uri="{FF2B5EF4-FFF2-40B4-BE49-F238E27FC236}">
                <a16:creationId xmlns:a16="http://schemas.microsoft.com/office/drawing/2014/main" id="{6557D8A6-565E-1714-9BB9-1B29D00D0F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C5B959-5B69-980D-9F97-93532F994A8A}"/>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215300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D807B-CDCD-15B5-379F-4A29CC1F9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F3B8AB-E96E-78BB-458F-8434EE0ECE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72B285-E980-2ED6-3C12-198F136E4E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9C3C66-3BFE-C612-8A18-EB7CA334935B}"/>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6" name="Footer Placeholder 5">
            <a:extLst>
              <a:ext uri="{FF2B5EF4-FFF2-40B4-BE49-F238E27FC236}">
                <a16:creationId xmlns:a16="http://schemas.microsoft.com/office/drawing/2014/main" id="{B38DEC24-70B2-DACB-0C04-06BB54EF50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EE9AEC-8957-AC83-57FB-922A8E97E1B5}"/>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369192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F631-CD87-3276-9A63-6196139DAC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7A7580-D824-1B4D-4916-B39E5751D9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73E365-13B7-F2BA-7FA5-90CE8237379C}"/>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5" name="Footer Placeholder 4">
            <a:extLst>
              <a:ext uri="{FF2B5EF4-FFF2-40B4-BE49-F238E27FC236}">
                <a16:creationId xmlns:a16="http://schemas.microsoft.com/office/drawing/2014/main" id="{988C81BE-DE2F-8677-D986-0FC331165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6D7770-5859-64F5-0A57-3DAC3F82F445}"/>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2159058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D6C657-6A09-4ECB-F873-4CE69E57C1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2B4D9E-FEE6-8D95-CEE3-C0C1E3C0C6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EBDD9-E0A8-1569-2440-3C34BDFEB380}"/>
              </a:ext>
            </a:extLst>
          </p:cNvPr>
          <p:cNvSpPr>
            <a:spLocks noGrp="1"/>
          </p:cNvSpPr>
          <p:nvPr>
            <p:ph type="dt" sz="half" idx="10"/>
          </p:nvPr>
        </p:nvSpPr>
        <p:spPr/>
        <p:txBody>
          <a:bodyPr/>
          <a:lstStyle/>
          <a:p>
            <a:fld id="{5E2EAB7C-24C3-4439-A6D1-EF499EF0872F}" type="datetimeFigureOut">
              <a:rPr lang="en-US" smtClean="0"/>
              <a:t>10/7/2025</a:t>
            </a:fld>
            <a:endParaRPr lang="en-US"/>
          </a:p>
        </p:txBody>
      </p:sp>
      <p:sp>
        <p:nvSpPr>
          <p:cNvPr id="5" name="Footer Placeholder 4">
            <a:extLst>
              <a:ext uri="{FF2B5EF4-FFF2-40B4-BE49-F238E27FC236}">
                <a16:creationId xmlns:a16="http://schemas.microsoft.com/office/drawing/2014/main" id="{550BF8F9-B285-1DA7-C851-A2E6F7CDA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4891F-6C82-D21E-1376-0CB972BED572}"/>
              </a:ext>
            </a:extLst>
          </p:cNvPr>
          <p:cNvSpPr>
            <a:spLocks noGrp="1"/>
          </p:cNvSpPr>
          <p:nvPr>
            <p:ph type="sldNum" sz="quarter" idx="12"/>
          </p:nvPr>
        </p:nvSpPr>
        <p:spPr/>
        <p:txBody>
          <a:bodyPr/>
          <a:lstStyle/>
          <a:p>
            <a:fld id="{D24C3781-2AF7-465E-ABEA-473A9F77CECB}" type="slidenum">
              <a:rPr lang="en-US" smtClean="0"/>
              <a:t>‹#›</a:t>
            </a:fld>
            <a:endParaRPr lang="en-US"/>
          </a:p>
        </p:txBody>
      </p:sp>
    </p:spTree>
    <p:extLst>
      <p:ext uri="{BB962C8B-B14F-4D97-AF65-F5344CB8AC3E}">
        <p14:creationId xmlns:p14="http://schemas.microsoft.com/office/powerpoint/2010/main" val="1432421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4342A4-4D76-3EE2-2A7B-1526E5387D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ED691C-2B4A-9E86-80AA-52D14AB096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A5C6AF-4CFC-4A21-2DCF-5AE0EE8300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2EAB7C-24C3-4439-A6D1-EF499EF0872F}" type="datetimeFigureOut">
              <a:rPr lang="en-US" smtClean="0"/>
              <a:t>10/7/2025</a:t>
            </a:fld>
            <a:endParaRPr lang="en-US"/>
          </a:p>
        </p:txBody>
      </p:sp>
      <p:sp>
        <p:nvSpPr>
          <p:cNvPr id="5" name="Footer Placeholder 4">
            <a:extLst>
              <a:ext uri="{FF2B5EF4-FFF2-40B4-BE49-F238E27FC236}">
                <a16:creationId xmlns:a16="http://schemas.microsoft.com/office/drawing/2014/main" id="{63AE3BFD-AB36-FCED-DDDF-DF20E8F5DD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09A365-2D88-1F4D-EFBD-82424ABC82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4C3781-2AF7-465E-ABEA-473A9F77CECB}" type="slidenum">
              <a:rPr lang="en-US" smtClean="0"/>
              <a:t>‹#›</a:t>
            </a:fld>
            <a:endParaRPr lang="en-US"/>
          </a:p>
        </p:txBody>
      </p:sp>
    </p:spTree>
    <p:extLst>
      <p:ext uri="{BB962C8B-B14F-4D97-AF65-F5344CB8AC3E}">
        <p14:creationId xmlns:p14="http://schemas.microsoft.com/office/powerpoint/2010/main" val="9503903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public.tableau.com/app/profile/whitney.hardy/viz/TotalRevenuebyFilmRating_17606518030170/Sheet1?publish=yes" TargetMode="External"/><Relationship Id="rId7" Type="http://schemas.openxmlformats.org/officeDocument/2006/relationships/hyperlink" Target="https://public.tableau.com/app/profile/whitney.hardy/viz/Top10Customers_17607314176970/TopCustomerBar?publish=yes" TargetMode="External"/><Relationship Id="rId2" Type="http://schemas.openxmlformats.org/officeDocument/2006/relationships/hyperlink" Target="https://public.tableau.com/app/profile/whitney.hardy/viz/RevenuebyGenres/RevenuebyGenre?publish=yes" TargetMode="External"/><Relationship Id="rId1" Type="http://schemas.openxmlformats.org/officeDocument/2006/relationships/slideLayout" Target="../slideLayouts/slideLayout2.xml"/><Relationship Id="rId6" Type="http://schemas.openxmlformats.org/officeDocument/2006/relationships/hyperlink" Target="https://public.tableau.com/app/profile/whitney.hardy/viz/TopCitiesinTopCountries_17607282149500/TopCitiesBarChart?publish=yes" TargetMode="External"/><Relationship Id="rId5" Type="http://schemas.openxmlformats.org/officeDocument/2006/relationships/hyperlink" Target="https://public.tableau.com/app/profile/whitney.hardy/viz/Top10CountriesbyCustomerCount_17607271281400/Sheet1?publish=yes" TargetMode="External"/><Relationship Id="rId4" Type="http://schemas.openxmlformats.org/officeDocument/2006/relationships/hyperlink" Target="https://public.tableau.com/app/profile/whitney.hardy/viz/CustomersMap_17607245355670/CustomersMap?publish=yes"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mailto:whardy@rockbuster.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E2267E-EA07-4966-5296-1E126C7236B8}"/>
              </a:ext>
            </a:extLst>
          </p:cNvPr>
          <p:cNvSpPr>
            <a:spLocks noGrp="1"/>
          </p:cNvSpPr>
          <p:nvPr>
            <p:ph type="ctrTitle"/>
          </p:nvPr>
        </p:nvSpPr>
        <p:spPr>
          <a:xfrm>
            <a:off x="838200" y="2710543"/>
            <a:ext cx="10512552" cy="1761659"/>
          </a:xfrm>
        </p:spPr>
        <p:txBody>
          <a:bodyPr anchor="b">
            <a:normAutofit/>
          </a:bodyPr>
          <a:lstStyle/>
          <a:p>
            <a:pPr algn="l"/>
            <a:r>
              <a:rPr lang="en-US" dirty="0"/>
              <a:t>Rockbuster Streaming Services:</a:t>
            </a:r>
            <a:br>
              <a:rPr lang="en-US" sz="6600" dirty="0"/>
            </a:br>
            <a:r>
              <a:rPr lang="en-US" sz="4000" dirty="0"/>
              <a:t>Data Driven Insights to Support an  Online Launch </a:t>
            </a:r>
            <a:endParaRPr lang="en-US" sz="6600" dirty="0"/>
          </a:p>
        </p:txBody>
      </p:sp>
      <p:sp>
        <p:nvSpPr>
          <p:cNvPr id="3" name="Subtitle 2">
            <a:extLst>
              <a:ext uri="{FF2B5EF4-FFF2-40B4-BE49-F238E27FC236}">
                <a16:creationId xmlns:a16="http://schemas.microsoft.com/office/drawing/2014/main" id="{5D2F6088-82DC-4F55-5D1F-333015F9D332}"/>
              </a:ext>
            </a:extLst>
          </p:cNvPr>
          <p:cNvSpPr>
            <a:spLocks noGrp="1"/>
          </p:cNvSpPr>
          <p:nvPr>
            <p:ph type="subTitle" idx="1"/>
          </p:nvPr>
        </p:nvSpPr>
        <p:spPr>
          <a:xfrm>
            <a:off x="838199" y="4983276"/>
            <a:ext cx="10512552" cy="1126680"/>
          </a:xfrm>
        </p:spPr>
        <p:txBody>
          <a:bodyPr>
            <a:normAutofit/>
          </a:bodyPr>
          <a:lstStyle/>
          <a:p>
            <a:pPr algn="l"/>
            <a:r>
              <a:rPr lang="en-US"/>
              <a:t>Whitney Hardy</a:t>
            </a:r>
          </a:p>
          <a:p>
            <a:pPr algn="l"/>
            <a:r>
              <a:rPr lang="en-US"/>
              <a:t>October 2025</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7107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1FE18A-657F-3EE9-34CA-D2EA94ED5EF5}"/>
              </a:ext>
            </a:extLst>
          </p:cNvPr>
          <p:cNvSpPr>
            <a:spLocks noGrp="1"/>
          </p:cNvSpPr>
          <p:nvPr>
            <p:ph type="title"/>
          </p:nvPr>
        </p:nvSpPr>
        <p:spPr>
          <a:xfrm>
            <a:off x="841248" y="548640"/>
            <a:ext cx="3600860" cy="5431536"/>
          </a:xfrm>
        </p:spPr>
        <p:txBody>
          <a:bodyPr>
            <a:normAutofit/>
          </a:bodyPr>
          <a:lstStyle/>
          <a:p>
            <a:r>
              <a:rPr lang="en-US" sz="5400" dirty="0"/>
              <a:t>Project Overview:</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4A39F9B9-AADE-35BB-65F4-0B67264DDD86}"/>
              </a:ext>
            </a:extLst>
          </p:cNvPr>
          <p:cNvGraphicFramePr>
            <a:graphicFrameLocks noGrp="1"/>
          </p:cNvGraphicFramePr>
          <p:nvPr>
            <p:ph idx="1"/>
            <p:extLst>
              <p:ext uri="{D42A27DB-BD31-4B8C-83A1-F6EECF244321}">
                <p14:modId xmlns:p14="http://schemas.microsoft.com/office/powerpoint/2010/main" val="3265539061"/>
              </p:ext>
            </p:extLst>
          </p:nvPr>
        </p:nvGraphicFramePr>
        <p:xfrm>
          <a:off x="5283356" y="290463"/>
          <a:ext cx="6557346" cy="56897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2573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8571FB-9981-C109-F937-1ADB27F037C3}"/>
              </a:ext>
            </a:extLst>
          </p:cNvPr>
          <p:cNvSpPr>
            <a:spLocks noGrp="1"/>
          </p:cNvSpPr>
          <p:nvPr>
            <p:ph type="title"/>
          </p:nvPr>
        </p:nvSpPr>
        <p:spPr>
          <a:xfrm>
            <a:off x="838200" y="365125"/>
            <a:ext cx="10515600" cy="1325563"/>
          </a:xfrm>
        </p:spPr>
        <p:txBody>
          <a:bodyPr>
            <a:normAutofit/>
          </a:bodyPr>
          <a:lstStyle/>
          <a:p>
            <a:pPr algn="ctr"/>
            <a:r>
              <a:rPr lang="en-US" sz="5400" dirty="0"/>
              <a:t>Key Business Questions: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2D5267-3DEB-FDA1-4F46-8046E10DD965}"/>
              </a:ext>
            </a:extLst>
          </p:cNvPr>
          <p:cNvSpPr>
            <a:spLocks noGrp="1"/>
          </p:cNvSpPr>
          <p:nvPr>
            <p:ph idx="1"/>
          </p:nvPr>
        </p:nvSpPr>
        <p:spPr>
          <a:xfrm>
            <a:off x="838201" y="1929384"/>
            <a:ext cx="4820412" cy="3847011"/>
          </a:xfrm>
        </p:spPr>
        <p:txBody>
          <a:bodyPr>
            <a:normAutofit lnSpcReduction="10000"/>
          </a:bodyPr>
          <a:lstStyle/>
          <a:p>
            <a:r>
              <a:rPr lang="en-US" sz="2400" dirty="0"/>
              <a:t>What was the average rental duration for all videos?   </a:t>
            </a:r>
          </a:p>
          <a:p>
            <a:r>
              <a:rPr lang="en-US" sz="2400" dirty="0"/>
              <a:t>Which movies contributed the most/least to revenue gain?   </a:t>
            </a:r>
          </a:p>
          <a:p>
            <a:r>
              <a:rPr lang="en-US" sz="2400" dirty="0"/>
              <a:t>Which countries are Rockbuster customers based in?   </a:t>
            </a:r>
          </a:p>
          <a:p>
            <a:r>
              <a:rPr lang="en-US" sz="2400" dirty="0"/>
              <a:t>Do sales figures vary between geographic regions?</a:t>
            </a:r>
          </a:p>
          <a:p>
            <a:r>
              <a:rPr lang="en-US" sz="2400" dirty="0"/>
              <a:t> Where are customers with a high lifetime value based?   </a:t>
            </a:r>
          </a:p>
        </p:txBody>
      </p:sp>
      <p:sp>
        <p:nvSpPr>
          <p:cNvPr id="7" name="TextBox 6">
            <a:extLst>
              <a:ext uri="{FF2B5EF4-FFF2-40B4-BE49-F238E27FC236}">
                <a16:creationId xmlns:a16="http://schemas.microsoft.com/office/drawing/2014/main" id="{DEBEBA12-7D1C-54E4-2C3C-026B98B1F3CE}"/>
              </a:ext>
            </a:extLst>
          </p:cNvPr>
          <p:cNvSpPr txBox="1"/>
          <p:nvPr/>
        </p:nvSpPr>
        <p:spPr>
          <a:xfrm>
            <a:off x="6324600" y="1838099"/>
            <a:ext cx="5198364" cy="4401205"/>
          </a:xfrm>
          <a:prstGeom prst="rect">
            <a:avLst/>
          </a:prstGeom>
          <a:noFill/>
        </p:spPr>
        <p:txBody>
          <a:bodyPr wrap="square" rtlCol="0">
            <a:spAutoFit/>
          </a:bodyPr>
          <a:lstStyle/>
          <a:p>
            <a:r>
              <a:rPr lang="en-US" sz="2000" dirty="0"/>
              <a:t>These questions will provide critical insights into customer behavior and content performance as we transition to streaming. Using SQL for data extraction and Tableau for visualization, I will analyze rental patterns, revenue drivers, and geographic distribution of our customer base to make data-driven decisions about content acquisition, pricing strategies, and regional rollout priorities. This analysis will help us identify our most valuable customer segments and optimize our streaming platform to meet their preferences while maximizing revenue potential</a:t>
            </a:r>
          </a:p>
        </p:txBody>
      </p:sp>
      <p:cxnSp>
        <p:nvCxnSpPr>
          <p:cNvPr id="11" name="Straight Connector 10">
            <a:extLst>
              <a:ext uri="{FF2B5EF4-FFF2-40B4-BE49-F238E27FC236}">
                <a16:creationId xmlns:a16="http://schemas.microsoft.com/office/drawing/2014/main" id="{63FECEF0-A139-262E-EDD7-A1F7AA591E09}"/>
              </a:ext>
            </a:extLst>
          </p:cNvPr>
          <p:cNvCxnSpPr>
            <a:cxnSpLocks/>
          </p:cNvCxnSpPr>
          <p:nvPr/>
        </p:nvCxnSpPr>
        <p:spPr>
          <a:xfrm>
            <a:off x="5834742" y="1838099"/>
            <a:ext cx="0" cy="4279672"/>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795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A8AAC95-3719-4BCD-B710-4160043D9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73A6D7BA-50E4-42FE-A0E3-FC42B7EC4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2767722"/>
            <a:ext cx="3021543" cy="1532055"/>
          </a:xfrm>
          <a:custGeom>
            <a:avLst/>
            <a:gdLst>
              <a:gd name="connsiteX0" fmla="*/ 3021543 w 3021543"/>
              <a:gd name="connsiteY0" fmla="*/ 0 h 1532055"/>
              <a:gd name="connsiteX1" fmla="*/ 2963800 w 3021543"/>
              <a:gd name="connsiteY1" fmla="*/ 7730 h 1532055"/>
              <a:gd name="connsiteX2" fmla="*/ 2793803 w 3021543"/>
              <a:gd name="connsiteY2" fmla="*/ 25704 h 1532055"/>
              <a:gd name="connsiteX3" fmla="*/ 2414348 w 3021543"/>
              <a:gd name="connsiteY3" fmla="*/ 31695 h 1532055"/>
              <a:gd name="connsiteX4" fmla="*/ 2091558 w 3021543"/>
              <a:gd name="connsiteY4" fmla="*/ 29298 h 1532055"/>
              <a:gd name="connsiteX5" fmla="*/ 1645319 w 3021543"/>
              <a:gd name="connsiteY5" fmla="*/ 30497 h 1532055"/>
              <a:gd name="connsiteX6" fmla="*/ 1243602 w 3021543"/>
              <a:gd name="connsiteY6" fmla="*/ 64048 h 1532055"/>
              <a:gd name="connsiteX7" fmla="*/ 753851 w 3021543"/>
              <a:gd name="connsiteY7" fmla="*/ 61651 h 1532055"/>
              <a:gd name="connsiteX8" fmla="*/ 465465 w 3021543"/>
              <a:gd name="connsiteY8" fmla="*/ 123960 h 1532055"/>
              <a:gd name="connsiteX9" fmla="*/ 546416 w 3021543"/>
              <a:gd name="connsiteY9" fmla="*/ 145529 h 1532055"/>
              <a:gd name="connsiteX10" fmla="*/ 689091 w 3021543"/>
              <a:gd name="connsiteY10" fmla="*/ 192260 h 1532055"/>
              <a:gd name="connsiteX11" fmla="*/ 704269 w 3021543"/>
              <a:gd name="connsiteY11" fmla="*/ 222217 h 1532055"/>
              <a:gd name="connsiteX12" fmla="*/ 683020 w 3021543"/>
              <a:gd name="connsiteY12" fmla="*/ 236595 h 1532055"/>
              <a:gd name="connsiteX13" fmla="*/ 621295 w 3021543"/>
              <a:gd name="connsiteY13" fmla="*/ 264155 h 1532055"/>
              <a:gd name="connsiteX14" fmla="*/ 848968 w 3021543"/>
              <a:gd name="connsiteY14" fmla="*/ 304896 h 1532055"/>
              <a:gd name="connsiteX15" fmla="*/ 768018 w 3021543"/>
              <a:gd name="connsiteY15" fmla="*/ 330059 h 1532055"/>
              <a:gd name="connsiteX16" fmla="*/ 684032 w 3021543"/>
              <a:gd name="connsiteY16" fmla="*/ 348032 h 1532055"/>
              <a:gd name="connsiteX17" fmla="*/ 592962 w 3021543"/>
              <a:gd name="connsiteY17" fmla="*/ 361213 h 1532055"/>
              <a:gd name="connsiteX18" fmla="*/ 509988 w 3021543"/>
              <a:gd name="connsiteY18" fmla="*/ 387575 h 1532055"/>
              <a:gd name="connsiteX19" fmla="*/ 726531 w 3021543"/>
              <a:gd name="connsiteY19" fmla="*/ 398359 h 1532055"/>
              <a:gd name="connsiteX20" fmla="*/ 614212 w 3021543"/>
              <a:gd name="connsiteY20" fmla="*/ 422324 h 1532055"/>
              <a:gd name="connsiteX21" fmla="*/ 522131 w 3021543"/>
              <a:gd name="connsiteY21" fmla="*/ 453478 h 1532055"/>
              <a:gd name="connsiteX22" fmla="*/ 457370 w 3021543"/>
              <a:gd name="connsiteY22" fmla="*/ 467857 h 1532055"/>
              <a:gd name="connsiteX23" fmla="*/ 388562 w 3021543"/>
              <a:gd name="connsiteY23" fmla="*/ 471452 h 1532055"/>
              <a:gd name="connsiteX24" fmla="*/ 372372 w 3021543"/>
              <a:gd name="connsiteY24" fmla="*/ 494218 h 1532055"/>
              <a:gd name="connsiteX25" fmla="*/ 393622 w 3021543"/>
              <a:gd name="connsiteY25" fmla="*/ 518184 h 1532055"/>
              <a:gd name="connsiteX26" fmla="*/ 426002 w 3021543"/>
              <a:gd name="connsiteY26" fmla="*/ 520580 h 1532055"/>
              <a:gd name="connsiteX27" fmla="*/ 619271 w 3021543"/>
              <a:gd name="connsiteY27" fmla="*/ 526571 h 1532055"/>
              <a:gd name="connsiteX28" fmla="*/ 0 w 3021543"/>
              <a:gd name="connsiteY28" fmla="*/ 579294 h 1532055"/>
              <a:gd name="connsiteX29" fmla="*/ 83986 w 3021543"/>
              <a:gd name="connsiteY29" fmla="*/ 611647 h 1532055"/>
              <a:gd name="connsiteX30" fmla="*/ 112319 w 3021543"/>
              <a:gd name="connsiteY30" fmla="*/ 700317 h 1532055"/>
              <a:gd name="connsiteX31" fmla="*/ 215531 w 3021543"/>
              <a:gd name="connsiteY31" fmla="*/ 750643 h 1532055"/>
              <a:gd name="connsiteX32" fmla="*/ 282315 w 3021543"/>
              <a:gd name="connsiteY32" fmla="*/ 768617 h 1532055"/>
              <a:gd name="connsiteX33" fmla="*/ 435109 w 3021543"/>
              <a:gd name="connsiteY33" fmla="*/ 794979 h 1532055"/>
              <a:gd name="connsiteX34" fmla="*/ 457370 w 3021543"/>
              <a:gd name="connsiteY34" fmla="*/ 838116 h 1532055"/>
              <a:gd name="connsiteX35" fmla="*/ 476596 w 3021543"/>
              <a:gd name="connsiteY35" fmla="*/ 886046 h 1532055"/>
              <a:gd name="connsiteX36" fmla="*/ 517071 w 3021543"/>
              <a:gd name="connsiteY36" fmla="*/ 917200 h 1532055"/>
              <a:gd name="connsiteX37" fmla="*/ 202377 w 3021543"/>
              <a:gd name="connsiteY37" fmla="*/ 912407 h 1532055"/>
              <a:gd name="connsiteX38" fmla="*/ 557546 w 3021543"/>
              <a:gd name="connsiteY38" fmla="*/ 1013060 h 1532055"/>
              <a:gd name="connsiteX39" fmla="*/ 526178 w 3021543"/>
              <a:gd name="connsiteY39" fmla="*/ 1052602 h 1532055"/>
              <a:gd name="connsiteX40" fmla="*/ 720459 w 3021543"/>
              <a:gd name="connsiteY40" fmla="*/ 1106523 h 1532055"/>
              <a:gd name="connsiteX41" fmla="*/ 616236 w 3021543"/>
              <a:gd name="connsiteY41" fmla="*/ 1112514 h 1532055"/>
              <a:gd name="connsiteX42" fmla="*/ 1222353 w 3021543"/>
              <a:gd name="connsiteY42" fmla="*/ 1337785 h 1532055"/>
              <a:gd name="connsiteX43" fmla="*/ 2087511 w 3021543"/>
              <a:gd name="connsiteY43" fmla="*/ 1500747 h 1532055"/>
              <a:gd name="connsiteX44" fmla="*/ 2425479 w 3021543"/>
              <a:gd name="connsiteY44" fmla="*/ 1531901 h 1532055"/>
              <a:gd name="connsiteX45" fmla="*/ 2809994 w 3021543"/>
              <a:gd name="connsiteY45" fmla="*/ 1522315 h 1532055"/>
              <a:gd name="connsiteX46" fmla="*/ 2953618 w 3021543"/>
              <a:gd name="connsiteY46" fmla="*/ 1512448 h 1532055"/>
              <a:gd name="connsiteX47" fmla="*/ 3021543 w 3021543"/>
              <a:gd name="connsiteY47" fmla="*/ 1502657 h 153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532055">
                <a:moveTo>
                  <a:pt x="3021543" y="0"/>
                </a:moveTo>
                <a:lnTo>
                  <a:pt x="2963800" y="7730"/>
                </a:lnTo>
                <a:cubicBezTo>
                  <a:pt x="2907134" y="14919"/>
                  <a:pt x="2850469" y="24506"/>
                  <a:pt x="2793803" y="25704"/>
                </a:cubicBezTo>
                <a:cubicBezTo>
                  <a:pt x="2667318" y="29298"/>
                  <a:pt x="2539821" y="20911"/>
                  <a:pt x="2414348" y="31695"/>
                </a:cubicBezTo>
                <a:cubicBezTo>
                  <a:pt x="2307089" y="41281"/>
                  <a:pt x="2198818" y="30497"/>
                  <a:pt x="2091558" y="29298"/>
                </a:cubicBezTo>
                <a:cubicBezTo>
                  <a:pt x="1942812" y="28100"/>
                  <a:pt x="1793053" y="19713"/>
                  <a:pt x="1645319" y="30497"/>
                </a:cubicBezTo>
                <a:cubicBezTo>
                  <a:pt x="1510738" y="38885"/>
                  <a:pt x="1376158" y="41281"/>
                  <a:pt x="1243602" y="64048"/>
                </a:cubicBezTo>
                <a:cubicBezTo>
                  <a:pt x="1079677" y="76030"/>
                  <a:pt x="916765" y="68841"/>
                  <a:pt x="753851" y="61651"/>
                </a:cubicBezTo>
                <a:cubicBezTo>
                  <a:pt x="653675" y="56858"/>
                  <a:pt x="554511" y="41281"/>
                  <a:pt x="465465" y="123960"/>
                </a:cubicBezTo>
                <a:cubicBezTo>
                  <a:pt x="489751" y="143132"/>
                  <a:pt x="519095" y="139537"/>
                  <a:pt x="546416" y="145529"/>
                </a:cubicBezTo>
                <a:cubicBezTo>
                  <a:pt x="594986" y="157511"/>
                  <a:pt x="643557" y="169493"/>
                  <a:pt x="689091" y="192260"/>
                </a:cubicBezTo>
                <a:cubicBezTo>
                  <a:pt x="699210" y="197053"/>
                  <a:pt x="708317" y="206639"/>
                  <a:pt x="704269" y="222217"/>
                </a:cubicBezTo>
                <a:cubicBezTo>
                  <a:pt x="701234" y="234199"/>
                  <a:pt x="691115" y="234199"/>
                  <a:pt x="683020" y="236595"/>
                </a:cubicBezTo>
                <a:cubicBezTo>
                  <a:pt x="664806" y="243785"/>
                  <a:pt x="642545" y="238992"/>
                  <a:pt x="621295" y="264155"/>
                </a:cubicBezTo>
                <a:cubicBezTo>
                  <a:pt x="702245" y="277336"/>
                  <a:pt x="780160" y="252172"/>
                  <a:pt x="848968" y="304896"/>
                </a:cubicBezTo>
                <a:cubicBezTo>
                  <a:pt x="823671" y="331257"/>
                  <a:pt x="795339" y="325266"/>
                  <a:pt x="768018" y="330059"/>
                </a:cubicBezTo>
                <a:cubicBezTo>
                  <a:pt x="739685" y="334852"/>
                  <a:pt x="712365" y="343240"/>
                  <a:pt x="684032" y="348032"/>
                </a:cubicBezTo>
                <a:cubicBezTo>
                  <a:pt x="653675" y="354023"/>
                  <a:pt x="623319" y="355222"/>
                  <a:pt x="592962" y="361213"/>
                </a:cubicBezTo>
                <a:cubicBezTo>
                  <a:pt x="567666" y="366006"/>
                  <a:pt x="540345" y="357618"/>
                  <a:pt x="509988" y="387575"/>
                </a:cubicBezTo>
                <a:cubicBezTo>
                  <a:pt x="584867" y="409143"/>
                  <a:pt x="652663" y="376790"/>
                  <a:pt x="726531" y="398359"/>
                </a:cubicBezTo>
                <a:cubicBezTo>
                  <a:pt x="683020" y="417531"/>
                  <a:pt x="647604" y="411539"/>
                  <a:pt x="614212" y="422324"/>
                </a:cubicBezTo>
                <a:cubicBezTo>
                  <a:pt x="583855" y="433108"/>
                  <a:pt x="547428" y="421126"/>
                  <a:pt x="522131" y="453478"/>
                </a:cubicBezTo>
                <a:cubicBezTo>
                  <a:pt x="502905" y="478641"/>
                  <a:pt x="482668" y="482236"/>
                  <a:pt x="457370" y="467857"/>
                </a:cubicBezTo>
                <a:cubicBezTo>
                  <a:pt x="435109" y="454676"/>
                  <a:pt x="410824" y="458271"/>
                  <a:pt x="388562" y="471452"/>
                </a:cubicBezTo>
                <a:cubicBezTo>
                  <a:pt x="380468" y="476245"/>
                  <a:pt x="372372" y="482236"/>
                  <a:pt x="372372" y="494218"/>
                </a:cubicBezTo>
                <a:cubicBezTo>
                  <a:pt x="372372" y="510994"/>
                  <a:pt x="382491" y="515787"/>
                  <a:pt x="393622" y="518184"/>
                </a:cubicBezTo>
                <a:cubicBezTo>
                  <a:pt x="403741" y="520580"/>
                  <a:pt x="415883" y="522977"/>
                  <a:pt x="426002" y="520580"/>
                </a:cubicBezTo>
                <a:cubicBezTo>
                  <a:pt x="490762" y="507399"/>
                  <a:pt x="554511" y="528968"/>
                  <a:pt x="619271" y="526571"/>
                </a:cubicBezTo>
                <a:cubicBezTo>
                  <a:pt x="415883" y="578096"/>
                  <a:pt x="210471" y="561321"/>
                  <a:pt x="0" y="579294"/>
                </a:cubicBezTo>
                <a:cubicBezTo>
                  <a:pt x="27321" y="615241"/>
                  <a:pt x="62737" y="585286"/>
                  <a:pt x="83986" y="611647"/>
                </a:cubicBezTo>
                <a:cubicBezTo>
                  <a:pt x="63748" y="666766"/>
                  <a:pt x="71844" y="696722"/>
                  <a:pt x="112319" y="700317"/>
                </a:cubicBezTo>
                <a:cubicBezTo>
                  <a:pt x="151782" y="703912"/>
                  <a:pt x="194281" y="684740"/>
                  <a:pt x="215531" y="750643"/>
                </a:cubicBezTo>
                <a:cubicBezTo>
                  <a:pt x="221602" y="771014"/>
                  <a:pt x="259042" y="765023"/>
                  <a:pt x="282315" y="768617"/>
                </a:cubicBezTo>
                <a:cubicBezTo>
                  <a:pt x="332909" y="777005"/>
                  <a:pt x="386539" y="768617"/>
                  <a:pt x="435109" y="794979"/>
                </a:cubicBezTo>
                <a:cubicBezTo>
                  <a:pt x="454335" y="804565"/>
                  <a:pt x="467489" y="811754"/>
                  <a:pt x="457370" y="838116"/>
                </a:cubicBezTo>
                <a:cubicBezTo>
                  <a:pt x="447252" y="865675"/>
                  <a:pt x="460406" y="875261"/>
                  <a:pt x="476596" y="886046"/>
                </a:cubicBezTo>
                <a:cubicBezTo>
                  <a:pt x="488739" y="894433"/>
                  <a:pt x="506953" y="892037"/>
                  <a:pt x="517071" y="917200"/>
                </a:cubicBezTo>
                <a:cubicBezTo>
                  <a:pt x="410824" y="913605"/>
                  <a:pt x="307612" y="893235"/>
                  <a:pt x="202377" y="912407"/>
                </a:cubicBezTo>
                <a:cubicBezTo>
                  <a:pt x="317731" y="960337"/>
                  <a:pt x="444216" y="957940"/>
                  <a:pt x="557546" y="1013060"/>
                </a:cubicBezTo>
                <a:cubicBezTo>
                  <a:pt x="553499" y="1032232"/>
                  <a:pt x="527190" y="1023844"/>
                  <a:pt x="526178" y="1052602"/>
                </a:cubicBezTo>
                <a:cubicBezTo>
                  <a:pt x="585879" y="1082558"/>
                  <a:pt x="657723" y="1062188"/>
                  <a:pt x="720459" y="1106523"/>
                </a:cubicBezTo>
                <a:cubicBezTo>
                  <a:pt x="684032" y="1126893"/>
                  <a:pt x="650640" y="1093342"/>
                  <a:pt x="616236" y="1112514"/>
                </a:cubicBezTo>
                <a:cubicBezTo>
                  <a:pt x="627367" y="1141273"/>
                  <a:pt x="1131283" y="1318613"/>
                  <a:pt x="1222353" y="1337785"/>
                </a:cubicBezTo>
                <a:cubicBezTo>
                  <a:pt x="1407527" y="1377327"/>
                  <a:pt x="1940788" y="1477980"/>
                  <a:pt x="2087511" y="1500747"/>
                </a:cubicBezTo>
                <a:cubicBezTo>
                  <a:pt x="2200841" y="1517522"/>
                  <a:pt x="2313160" y="1530703"/>
                  <a:pt x="2425479" y="1531901"/>
                </a:cubicBezTo>
                <a:cubicBezTo>
                  <a:pt x="2553988" y="1533099"/>
                  <a:pt x="2681485" y="1527108"/>
                  <a:pt x="2809994" y="1522315"/>
                </a:cubicBezTo>
                <a:cubicBezTo>
                  <a:pt x="2858058" y="1520518"/>
                  <a:pt x="2905933" y="1517372"/>
                  <a:pt x="2953618" y="1512448"/>
                </a:cubicBezTo>
                <a:lnTo>
                  <a:pt x="3021543" y="1502657"/>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6956180-3289-4D6D-AF4E-688C14F6F8EC}"/>
              </a:ext>
            </a:extLst>
          </p:cNvPr>
          <p:cNvSpPr>
            <a:spLocks noGrp="1"/>
          </p:cNvSpPr>
          <p:nvPr>
            <p:ph type="title"/>
          </p:nvPr>
        </p:nvSpPr>
        <p:spPr>
          <a:xfrm>
            <a:off x="136072" y="237403"/>
            <a:ext cx="3287486" cy="3102431"/>
          </a:xfrm>
        </p:spPr>
        <p:txBody>
          <a:bodyPr>
            <a:normAutofit/>
          </a:bodyPr>
          <a:lstStyle/>
          <a:p>
            <a:r>
              <a:rPr lang="en-US" dirty="0"/>
              <a:t>Key Rental Metrics Overview </a:t>
            </a:r>
            <a:br>
              <a:rPr lang="en-US" dirty="0"/>
            </a:br>
            <a:endParaRPr lang="en-US" dirty="0"/>
          </a:p>
        </p:txBody>
      </p:sp>
      <p:graphicFrame>
        <p:nvGraphicFramePr>
          <p:cNvPr id="5" name="Content Placeholder 4">
            <a:extLst>
              <a:ext uri="{FF2B5EF4-FFF2-40B4-BE49-F238E27FC236}">
                <a16:creationId xmlns:a16="http://schemas.microsoft.com/office/drawing/2014/main" id="{5DC13996-7952-CC63-6E97-D3DC88C0EB93}"/>
              </a:ext>
            </a:extLst>
          </p:cNvPr>
          <p:cNvGraphicFramePr>
            <a:graphicFrameLocks noGrp="1"/>
          </p:cNvGraphicFramePr>
          <p:nvPr>
            <p:ph idx="1"/>
            <p:extLst>
              <p:ext uri="{D42A27DB-BD31-4B8C-83A1-F6EECF244321}">
                <p14:modId xmlns:p14="http://schemas.microsoft.com/office/powerpoint/2010/main" val="639224248"/>
              </p:ext>
            </p:extLst>
          </p:nvPr>
        </p:nvGraphicFramePr>
        <p:xfrm>
          <a:off x="3559630" y="348344"/>
          <a:ext cx="7794170" cy="6281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81C9B4C9-F7F2-513E-CAF2-C73AA4A933B1}"/>
              </a:ext>
            </a:extLst>
          </p:cNvPr>
          <p:cNvSpPr txBox="1"/>
          <p:nvPr/>
        </p:nvSpPr>
        <p:spPr>
          <a:xfrm>
            <a:off x="3685686" y="965930"/>
            <a:ext cx="70866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Rental  Duration: 4.98 days	</a:t>
            </a:r>
          </a:p>
          <a:p>
            <a:pPr marL="285750" indent="-285750">
              <a:buFont typeface="Arial" panose="020B0604020202020204" pitchFamily="34" charset="0"/>
              <a:buChar char="•"/>
            </a:pPr>
            <a:r>
              <a:rPr lang="en-US" dirty="0"/>
              <a:t>Rental Rate: $2.98</a:t>
            </a:r>
          </a:p>
          <a:p>
            <a:pPr marL="285750" indent="-285750">
              <a:buFont typeface="Arial" panose="020B0604020202020204" pitchFamily="34" charset="0"/>
              <a:buChar char="•"/>
            </a:pPr>
            <a:r>
              <a:rPr lang="en-US" dirty="0"/>
              <a:t>Replacement cost: $19.98</a:t>
            </a:r>
          </a:p>
          <a:p>
            <a:pPr marL="285750" indent="-285750">
              <a:buFont typeface="Arial" panose="020B0604020202020204" pitchFamily="34" charset="0"/>
              <a:buChar char="•"/>
            </a:pPr>
            <a:r>
              <a:rPr lang="en-US" dirty="0"/>
              <a:t>Film Length: 115.27 minutes</a:t>
            </a:r>
          </a:p>
        </p:txBody>
      </p:sp>
      <p:sp>
        <p:nvSpPr>
          <p:cNvPr id="7" name="TextBox 6">
            <a:extLst>
              <a:ext uri="{FF2B5EF4-FFF2-40B4-BE49-F238E27FC236}">
                <a16:creationId xmlns:a16="http://schemas.microsoft.com/office/drawing/2014/main" id="{41B51140-3F6F-5D08-9B6A-770FCF9F5A20}"/>
              </a:ext>
            </a:extLst>
          </p:cNvPr>
          <p:cNvSpPr txBox="1"/>
          <p:nvPr/>
        </p:nvSpPr>
        <p:spPr>
          <a:xfrm>
            <a:off x="3741639" y="2822449"/>
            <a:ext cx="5780314" cy="1477328"/>
          </a:xfrm>
          <a:prstGeom prst="rect">
            <a:avLst/>
          </a:prstGeom>
          <a:noFill/>
        </p:spPr>
        <p:txBody>
          <a:bodyPr wrap="square" rtlCol="0">
            <a:spAutoFit/>
          </a:bodyPr>
          <a:lstStyle/>
          <a:p>
            <a:pPr marL="285750" indent="-285750">
              <a:buFont typeface="Arial" panose="020B0604020202020204" pitchFamily="34" charset="0"/>
              <a:buChar char="•"/>
            </a:pPr>
            <a:r>
              <a:rPr lang="en-US" dirty="0"/>
              <a:t>Rental  Duration: 3 days</a:t>
            </a:r>
          </a:p>
          <a:p>
            <a:pPr marL="285750" indent="-285750">
              <a:buFont typeface="Arial" panose="020B0604020202020204" pitchFamily="34" charset="0"/>
              <a:buChar char="•"/>
            </a:pPr>
            <a:r>
              <a:rPr lang="en-US" dirty="0"/>
              <a:t>Rental Rate: $0.99</a:t>
            </a:r>
          </a:p>
          <a:p>
            <a:pPr marL="285750" indent="-285750">
              <a:buFont typeface="Arial" panose="020B0604020202020204" pitchFamily="34" charset="0"/>
              <a:buChar char="•"/>
            </a:pPr>
            <a:r>
              <a:rPr lang="en-US" dirty="0"/>
              <a:t>Replacement cost: $9.99</a:t>
            </a:r>
          </a:p>
          <a:p>
            <a:pPr marL="285750" indent="-285750">
              <a:buFont typeface="Arial" panose="020B0604020202020204" pitchFamily="34" charset="0"/>
              <a:buChar char="•"/>
            </a:pPr>
            <a:r>
              <a:rPr lang="en-US" dirty="0"/>
              <a:t>Film Length: 46 minutes</a:t>
            </a:r>
          </a:p>
          <a:p>
            <a:endParaRPr lang="en-US" dirty="0"/>
          </a:p>
        </p:txBody>
      </p:sp>
      <p:sp>
        <p:nvSpPr>
          <p:cNvPr id="9" name="TextBox 8">
            <a:extLst>
              <a:ext uri="{FF2B5EF4-FFF2-40B4-BE49-F238E27FC236}">
                <a16:creationId xmlns:a16="http://schemas.microsoft.com/office/drawing/2014/main" id="{21E2A3B9-9196-AB27-43C3-278BE6C42784}"/>
              </a:ext>
            </a:extLst>
          </p:cNvPr>
          <p:cNvSpPr txBox="1"/>
          <p:nvPr/>
        </p:nvSpPr>
        <p:spPr>
          <a:xfrm>
            <a:off x="3741639" y="4887686"/>
            <a:ext cx="67056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Rental  Duration: 7 days</a:t>
            </a:r>
          </a:p>
          <a:p>
            <a:pPr marL="285750" indent="-285750">
              <a:buFont typeface="Arial" panose="020B0604020202020204" pitchFamily="34" charset="0"/>
              <a:buChar char="•"/>
            </a:pPr>
            <a:r>
              <a:rPr lang="en-US" dirty="0"/>
              <a:t>Rental Rate: $4.99</a:t>
            </a:r>
          </a:p>
          <a:p>
            <a:pPr marL="285750" indent="-285750">
              <a:buFont typeface="Arial" panose="020B0604020202020204" pitchFamily="34" charset="0"/>
              <a:buChar char="•"/>
            </a:pPr>
            <a:r>
              <a:rPr lang="en-US" dirty="0"/>
              <a:t>Replacement cost: $29.99</a:t>
            </a:r>
          </a:p>
          <a:p>
            <a:pPr marL="285750" indent="-285750">
              <a:buFont typeface="Arial" panose="020B0604020202020204" pitchFamily="34" charset="0"/>
              <a:buChar char="•"/>
            </a:pPr>
            <a:r>
              <a:rPr lang="en-US" dirty="0"/>
              <a:t>Film Length: 185 minute</a:t>
            </a:r>
          </a:p>
          <a:p>
            <a:endParaRPr lang="en-US" dirty="0"/>
          </a:p>
        </p:txBody>
      </p:sp>
      <p:sp>
        <p:nvSpPr>
          <p:cNvPr id="13" name="TextBox 12">
            <a:extLst>
              <a:ext uri="{FF2B5EF4-FFF2-40B4-BE49-F238E27FC236}">
                <a16:creationId xmlns:a16="http://schemas.microsoft.com/office/drawing/2014/main" id="{092AE032-69FB-9EB4-1F0E-EF8206FB2BBC}"/>
              </a:ext>
            </a:extLst>
          </p:cNvPr>
          <p:cNvSpPr txBox="1"/>
          <p:nvPr/>
        </p:nvSpPr>
        <p:spPr>
          <a:xfrm>
            <a:off x="276935" y="2767722"/>
            <a:ext cx="3021543" cy="2308324"/>
          </a:xfrm>
          <a:prstGeom prst="rect">
            <a:avLst/>
          </a:prstGeom>
          <a:noFill/>
        </p:spPr>
        <p:txBody>
          <a:bodyPr wrap="square" rtlCol="0">
            <a:spAutoFit/>
          </a:bodyPr>
          <a:lstStyle/>
          <a:p>
            <a:pPr marL="285750" indent="-285750">
              <a:buFont typeface="Arial" panose="020B0604020202020204" pitchFamily="34" charset="0"/>
              <a:buChar char="•"/>
            </a:pPr>
            <a:r>
              <a:rPr lang="en-US" dirty="0"/>
              <a:t>Average 5-day rental duration aligns with typical viewing habits, providing a data-driven foundation for late fee policies and promotional offers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50000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50C39B4-5565-121D-4F86-49D358B6467E}"/>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500" kern="1200" dirty="0">
                <a:solidFill>
                  <a:schemeClr val="tx1"/>
                </a:solidFill>
                <a:latin typeface="+mj-lt"/>
                <a:ea typeface="+mj-ea"/>
                <a:cs typeface="+mj-cs"/>
              </a:rPr>
              <a:t>Which movies contributed the most/least to revenue gain?</a:t>
            </a:r>
            <a:br>
              <a:rPr lang="en-US" sz="2500" kern="1200" dirty="0">
                <a:solidFill>
                  <a:schemeClr val="tx1"/>
                </a:solidFill>
                <a:latin typeface="+mj-lt"/>
                <a:ea typeface="+mj-ea"/>
                <a:cs typeface="+mj-cs"/>
              </a:rPr>
            </a:br>
            <a:r>
              <a:rPr lang="en-US" sz="2500" kern="1200" dirty="0">
                <a:solidFill>
                  <a:schemeClr val="tx1"/>
                </a:solidFill>
                <a:latin typeface="+mj-lt"/>
                <a:ea typeface="+mj-ea"/>
                <a:cs typeface="+mj-cs"/>
              </a:rPr>
              <a:t> </a:t>
            </a:r>
          </a:p>
        </p:txBody>
      </p:sp>
      <p:sp>
        <p:nvSpPr>
          <p:cNvPr id="37" name="Rectangle: Rounded Corners 36">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0" name="Picture 9">
            <a:extLst>
              <a:ext uri="{FF2B5EF4-FFF2-40B4-BE49-F238E27FC236}">
                <a16:creationId xmlns:a16="http://schemas.microsoft.com/office/drawing/2014/main" id="{89F5494B-45B3-F4E2-DC04-2C63EF1CC6AE}"/>
              </a:ext>
            </a:extLst>
          </p:cNvPr>
          <p:cNvPicPr>
            <a:picLocks noChangeAspect="1"/>
          </p:cNvPicPr>
          <p:nvPr/>
        </p:nvPicPr>
        <p:blipFill>
          <a:blip r:embed="rId2"/>
          <a:stretch>
            <a:fillRect/>
          </a:stretch>
        </p:blipFill>
        <p:spPr>
          <a:xfrm>
            <a:off x="66481" y="2002970"/>
            <a:ext cx="9009401" cy="4855029"/>
          </a:xfrm>
          <a:prstGeom prst="rect">
            <a:avLst/>
          </a:prstGeom>
        </p:spPr>
      </p:pic>
      <p:sp>
        <p:nvSpPr>
          <p:cNvPr id="11" name="TextBox 10">
            <a:extLst>
              <a:ext uri="{FF2B5EF4-FFF2-40B4-BE49-F238E27FC236}">
                <a16:creationId xmlns:a16="http://schemas.microsoft.com/office/drawing/2014/main" id="{5EC70B52-4F0D-DFC5-DCEE-333C93139352}"/>
              </a:ext>
            </a:extLst>
          </p:cNvPr>
          <p:cNvSpPr txBox="1"/>
          <p:nvPr/>
        </p:nvSpPr>
        <p:spPr>
          <a:xfrm>
            <a:off x="2677886" y="1317171"/>
            <a:ext cx="6694714" cy="646331"/>
          </a:xfrm>
          <a:prstGeom prst="rect">
            <a:avLst/>
          </a:prstGeom>
          <a:noFill/>
        </p:spPr>
        <p:txBody>
          <a:bodyPr wrap="square" rtlCol="0">
            <a:spAutoFit/>
          </a:bodyPr>
          <a:lstStyle/>
          <a:p>
            <a:r>
              <a:rPr lang="en-US" dirty="0"/>
              <a:t>Let's look at </a:t>
            </a:r>
            <a:r>
              <a:rPr lang="en-US" u="sng" dirty="0"/>
              <a:t>Genres</a:t>
            </a:r>
            <a:r>
              <a:rPr lang="en-US" dirty="0"/>
              <a:t>:</a:t>
            </a:r>
          </a:p>
          <a:p>
            <a:endParaRPr lang="en-US" dirty="0"/>
          </a:p>
        </p:txBody>
      </p:sp>
      <p:sp>
        <p:nvSpPr>
          <p:cNvPr id="15" name="TextBox 14">
            <a:extLst>
              <a:ext uri="{FF2B5EF4-FFF2-40B4-BE49-F238E27FC236}">
                <a16:creationId xmlns:a16="http://schemas.microsoft.com/office/drawing/2014/main" id="{04A5B6D7-7745-3EFE-07E7-563F3D52B9F2}"/>
              </a:ext>
            </a:extLst>
          </p:cNvPr>
          <p:cNvSpPr txBox="1"/>
          <p:nvPr/>
        </p:nvSpPr>
        <p:spPr>
          <a:xfrm>
            <a:off x="9195877" y="2053912"/>
            <a:ext cx="2929642" cy="4093428"/>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top 3 genres (Sports, Sci-Fi, Animation) collectively represent a substantial portion of total revenue.</a:t>
            </a:r>
          </a:p>
          <a:p>
            <a:endParaRPr lang="en-US" sz="2000" dirty="0"/>
          </a:p>
          <a:p>
            <a:pPr marL="285750" indent="-285750">
              <a:buFont typeface="Arial" panose="020B0604020202020204" pitchFamily="34" charset="0"/>
              <a:buChar char="•"/>
            </a:pPr>
            <a:r>
              <a:rPr lang="en-US" sz="2000" dirty="0"/>
              <a:t>There's a dramatic gap between the highest (Sports: $4,892) and lowest (Thriller: $48) revenue generators—over 100x difference</a:t>
            </a:r>
          </a:p>
        </p:txBody>
      </p:sp>
    </p:spTree>
    <p:extLst>
      <p:ext uri="{BB962C8B-B14F-4D97-AF65-F5344CB8AC3E}">
        <p14:creationId xmlns:p14="http://schemas.microsoft.com/office/powerpoint/2010/main" val="1958038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6B10F8-6806-11F7-3E37-F8DAFCAFD709}"/>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FF12AA57-FB1E-7A9E-1B86-DB14762FA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9C38389B-96E8-9C15-B5FC-5C331F0590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248E88-D566-6376-9C74-89EDC6A0CE15}"/>
              </a:ext>
            </a:extLst>
          </p:cNvPr>
          <p:cNvSpPr>
            <a:spLocks noGrp="1"/>
          </p:cNvSpPr>
          <p:nvPr>
            <p:ph type="title"/>
          </p:nvPr>
        </p:nvSpPr>
        <p:spPr>
          <a:xfrm>
            <a:off x="2103121" y="620485"/>
            <a:ext cx="7985759" cy="590921"/>
          </a:xfrm>
        </p:spPr>
        <p:txBody>
          <a:bodyPr vert="horz" lIns="91440" tIns="45720" rIns="91440" bIns="45720" rtlCol="0" anchor="ctr">
            <a:normAutofit fontScale="90000"/>
          </a:bodyPr>
          <a:lstStyle/>
          <a:p>
            <a:pPr algn="ctr"/>
            <a:r>
              <a:rPr lang="en-US" sz="2800" kern="1200" dirty="0">
                <a:solidFill>
                  <a:schemeClr val="tx1"/>
                </a:solidFill>
                <a:latin typeface="+mj-lt"/>
                <a:ea typeface="+mj-ea"/>
                <a:cs typeface="+mj-cs"/>
              </a:rPr>
              <a:t>Which movies contributed the most/least to revenue gain?</a:t>
            </a:r>
            <a:br>
              <a:rPr lang="en-US" sz="2800" kern="1200" dirty="0">
                <a:solidFill>
                  <a:schemeClr val="tx1"/>
                </a:solidFill>
                <a:latin typeface="+mj-lt"/>
                <a:ea typeface="+mj-ea"/>
                <a:cs typeface="+mj-cs"/>
              </a:rPr>
            </a:br>
            <a:r>
              <a:rPr lang="en-US" sz="2800" kern="1200" dirty="0">
                <a:solidFill>
                  <a:schemeClr val="tx1"/>
                </a:solidFill>
                <a:latin typeface="+mj-lt"/>
                <a:ea typeface="+mj-ea"/>
                <a:cs typeface="+mj-cs"/>
              </a:rPr>
              <a:t> </a:t>
            </a:r>
          </a:p>
        </p:txBody>
      </p:sp>
      <p:sp>
        <p:nvSpPr>
          <p:cNvPr id="37" name="Rectangle: Rounded Corners 36">
            <a:extLst>
              <a:ext uri="{FF2B5EF4-FFF2-40B4-BE49-F238E27FC236}">
                <a16:creationId xmlns:a16="http://schemas.microsoft.com/office/drawing/2014/main" id="{6C4152E1-6B15-7C95-574E-5448CFD188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TextBox 10">
            <a:extLst>
              <a:ext uri="{FF2B5EF4-FFF2-40B4-BE49-F238E27FC236}">
                <a16:creationId xmlns:a16="http://schemas.microsoft.com/office/drawing/2014/main" id="{3B60FA1C-4676-279A-316A-266732666280}"/>
              </a:ext>
            </a:extLst>
          </p:cNvPr>
          <p:cNvSpPr txBox="1"/>
          <p:nvPr/>
        </p:nvSpPr>
        <p:spPr>
          <a:xfrm>
            <a:off x="2645229" y="1351444"/>
            <a:ext cx="6694714" cy="646331"/>
          </a:xfrm>
          <a:prstGeom prst="rect">
            <a:avLst/>
          </a:prstGeom>
          <a:noFill/>
        </p:spPr>
        <p:txBody>
          <a:bodyPr wrap="square" rtlCol="0">
            <a:spAutoFit/>
          </a:bodyPr>
          <a:lstStyle/>
          <a:p>
            <a:r>
              <a:rPr lang="en-US" dirty="0"/>
              <a:t>Let's look at </a:t>
            </a:r>
            <a:r>
              <a:rPr lang="en-US" u="sng" dirty="0"/>
              <a:t>Ratings</a:t>
            </a:r>
            <a:r>
              <a:rPr lang="en-US" dirty="0"/>
              <a:t>:</a:t>
            </a:r>
          </a:p>
          <a:p>
            <a:endParaRPr lang="en-US" dirty="0"/>
          </a:p>
        </p:txBody>
      </p:sp>
      <p:pic>
        <p:nvPicPr>
          <p:cNvPr id="4" name="Picture 3">
            <a:extLst>
              <a:ext uri="{FF2B5EF4-FFF2-40B4-BE49-F238E27FC236}">
                <a16:creationId xmlns:a16="http://schemas.microsoft.com/office/drawing/2014/main" id="{5867A324-22E9-CED7-2576-1AC404C40EDD}"/>
              </a:ext>
            </a:extLst>
          </p:cNvPr>
          <p:cNvPicPr>
            <a:picLocks noChangeAspect="1"/>
          </p:cNvPicPr>
          <p:nvPr/>
        </p:nvPicPr>
        <p:blipFill>
          <a:blip r:embed="rId2"/>
          <a:stretch>
            <a:fillRect/>
          </a:stretch>
        </p:blipFill>
        <p:spPr>
          <a:xfrm>
            <a:off x="495180" y="1948716"/>
            <a:ext cx="8384769" cy="4514875"/>
          </a:xfrm>
          <a:prstGeom prst="rect">
            <a:avLst/>
          </a:prstGeom>
        </p:spPr>
      </p:pic>
      <p:sp>
        <p:nvSpPr>
          <p:cNvPr id="5" name="TextBox 4">
            <a:extLst>
              <a:ext uri="{FF2B5EF4-FFF2-40B4-BE49-F238E27FC236}">
                <a16:creationId xmlns:a16="http://schemas.microsoft.com/office/drawing/2014/main" id="{EEEEF0BB-215B-2F33-6B4F-815F6351AF1E}"/>
              </a:ext>
            </a:extLst>
          </p:cNvPr>
          <p:cNvSpPr txBox="1"/>
          <p:nvPr/>
        </p:nvSpPr>
        <p:spPr>
          <a:xfrm>
            <a:off x="7576457" y="2884714"/>
            <a:ext cx="4615543" cy="2862322"/>
          </a:xfrm>
          <a:prstGeom prst="rect">
            <a:avLst/>
          </a:prstGeom>
          <a:noFill/>
        </p:spPr>
        <p:txBody>
          <a:bodyPr wrap="square" rtlCol="0">
            <a:spAutoFit/>
          </a:bodyPr>
          <a:lstStyle/>
          <a:p>
            <a:pPr marL="285750" indent="-285750">
              <a:buFont typeface="Arial" panose="020B0604020202020204" pitchFamily="34" charset="0"/>
              <a:buChar char="•"/>
            </a:pPr>
            <a:r>
              <a:rPr lang="en-US" dirty="0"/>
              <a:t>PG-13 films generated the highest revenue at $13,855.56, making it the most profitable rating category</a:t>
            </a:r>
          </a:p>
          <a:p>
            <a:pPr marL="285750" indent="-285750">
              <a:buFont typeface="Arial" panose="020B0604020202020204" pitchFamily="34" charset="0"/>
              <a:buChar char="•"/>
            </a:pPr>
            <a:r>
              <a:rPr lang="en-US" dirty="0"/>
              <a:t>The revenue spread across ratings is relatively balanced, with only about a $3,344 difference between the highest and lowest performers</a:t>
            </a:r>
          </a:p>
          <a:p>
            <a:pPr marL="285750" indent="-285750">
              <a:buFont typeface="Arial" panose="020B0604020202020204" pitchFamily="34" charset="0"/>
              <a:buChar char="•"/>
            </a:pPr>
            <a:r>
              <a:rPr lang="en-US" dirty="0"/>
              <a:t>PG-13 dominates by capturing the broadest audience demographic (teens and adults)</a:t>
            </a:r>
          </a:p>
        </p:txBody>
      </p:sp>
    </p:spTree>
    <p:extLst>
      <p:ext uri="{BB962C8B-B14F-4D97-AF65-F5344CB8AC3E}">
        <p14:creationId xmlns:p14="http://schemas.microsoft.com/office/powerpoint/2010/main" val="3986055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0" name="Rectangle 129">
            <a:extLst>
              <a:ext uri="{FF2B5EF4-FFF2-40B4-BE49-F238E27FC236}">
                <a16:creationId xmlns:a16="http://schemas.microsoft.com/office/drawing/2014/main" id="{C6FC42E6-6C25-4922-95D2-B97B1E12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0295F874-A8A5-4A14-8CFC-828968DE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54" y="0"/>
            <a:ext cx="4731782"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E10BA5-1B8A-942F-F4B8-C3E5D1E329A8}"/>
              </a:ext>
            </a:extLst>
          </p:cNvPr>
          <p:cNvSpPr>
            <a:spLocks noGrp="1"/>
          </p:cNvSpPr>
          <p:nvPr>
            <p:ph type="title"/>
          </p:nvPr>
        </p:nvSpPr>
        <p:spPr>
          <a:xfrm>
            <a:off x="-486884" y="120328"/>
            <a:ext cx="4960913" cy="1023176"/>
          </a:xfrm>
          <a:prstGeom prst="ellipse">
            <a:avLst/>
          </a:prstGeom>
        </p:spPr>
        <p:txBody>
          <a:bodyPr vert="horz" lIns="91440" tIns="45720" rIns="91440" bIns="45720" rtlCol="0" anchor="b">
            <a:normAutofit fontScale="90000"/>
          </a:bodyPr>
          <a:lstStyle/>
          <a:p>
            <a:pPr algn="ctr"/>
            <a:r>
              <a:rPr lang="en-US" sz="2800" kern="1200" dirty="0">
                <a:solidFill>
                  <a:srgbClr val="595959"/>
                </a:solidFill>
                <a:latin typeface="+mj-lt"/>
                <a:ea typeface="+mj-ea"/>
                <a:cs typeface="+mj-cs"/>
              </a:rPr>
              <a:t>Where are Rockbuster customer located?</a:t>
            </a:r>
          </a:p>
        </p:txBody>
      </p:sp>
      <p:sp>
        <p:nvSpPr>
          <p:cNvPr id="11" name="TextBox 10">
            <a:extLst>
              <a:ext uri="{FF2B5EF4-FFF2-40B4-BE49-F238E27FC236}">
                <a16:creationId xmlns:a16="http://schemas.microsoft.com/office/drawing/2014/main" id="{4AE8363B-C6F6-E304-9826-F20F884FE172}"/>
              </a:ext>
            </a:extLst>
          </p:cNvPr>
          <p:cNvSpPr txBox="1"/>
          <p:nvPr/>
        </p:nvSpPr>
        <p:spPr>
          <a:xfrm>
            <a:off x="-818946" y="1143504"/>
            <a:ext cx="2924843" cy="1637987"/>
          </a:xfrm>
          <a:prstGeom prst="rect">
            <a:avLst/>
          </a:prstGeom>
        </p:spPr>
        <p:txBody>
          <a:bodyPr vert="horz" lIns="91440" tIns="45720" rIns="91440" bIns="45720" rtlCol="0" anchor="t">
            <a:normAutofit/>
          </a:bodyPr>
          <a:lstStyle/>
          <a:p>
            <a:pPr marL="285750" indent="-285750" algn="ctr">
              <a:lnSpc>
                <a:spcPct val="90000"/>
              </a:lnSpc>
              <a:spcBef>
                <a:spcPts val="1000"/>
              </a:spcBef>
              <a:buFont typeface="Arial" panose="020B0604020202020204" pitchFamily="34" charset="0"/>
              <a:buChar char="•"/>
            </a:pPr>
            <a:endParaRPr lang="en-US" sz="1400" kern="1200" dirty="0">
              <a:solidFill>
                <a:srgbClr val="595959"/>
              </a:solidFill>
              <a:latin typeface="+mn-lt"/>
              <a:ea typeface="+mn-ea"/>
              <a:cs typeface="+mn-cs"/>
            </a:endParaRPr>
          </a:p>
        </p:txBody>
      </p:sp>
      <p:pic>
        <p:nvPicPr>
          <p:cNvPr id="13" name="Picture 12">
            <a:extLst>
              <a:ext uri="{FF2B5EF4-FFF2-40B4-BE49-F238E27FC236}">
                <a16:creationId xmlns:a16="http://schemas.microsoft.com/office/drawing/2014/main" id="{8523D231-9C41-17FE-E659-D01907E5A101}"/>
              </a:ext>
            </a:extLst>
          </p:cNvPr>
          <p:cNvPicPr>
            <a:picLocks noChangeAspect="1"/>
          </p:cNvPicPr>
          <p:nvPr/>
        </p:nvPicPr>
        <p:blipFill>
          <a:blip r:embed="rId2"/>
          <a:stretch>
            <a:fillRect/>
          </a:stretch>
        </p:blipFill>
        <p:spPr>
          <a:xfrm>
            <a:off x="84777" y="980339"/>
            <a:ext cx="9442627" cy="5213631"/>
          </a:xfrm>
          <a:prstGeom prst="rect">
            <a:avLst/>
          </a:prstGeom>
        </p:spPr>
      </p:pic>
      <p:sp>
        <p:nvSpPr>
          <p:cNvPr id="7" name="TextBox 6">
            <a:extLst>
              <a:ext uri="{FF2B5EF4-FFF2-40B4-BE49-F238E27FC236}">
                <a16:creationId xmlns:a16="http://schemas.microsoft.com/office/drawing/2014/main" id="{B225D2A6-DAD0-787B-6A35-C545B7C22E17}"/>
              </a:ext>
            </a:extLst>
          </p:cNvPr>
          <p:cNvSpPr txBox="1"/>
          <p:nvPr/>
        </p:nvSpPr>
        <p:spPr>
          <a:xfrm>
            <a:off x="10580914" y="1809540"/>
            <a:ext cx="967610" cy="823931"/>
          </a:xfrm>
          <a:prstGeom prst="rect">
            <a:avLst/>
          </a:prstGeom>
        </p:spPr>
        <p:txBody>
          <a:bodyPr vert="horz" lIns="91440" tIns="45720" rIns="91440" bIns="45720" rtlCol="0" anchor="ctr">
            <a:normAutofit/>
          </a:bodyPr>
          <a:lstStyle/>
          <a:p>
            <a:pPr algn="ctr">
              <a:lnSpc>
                <a:spcPct val="90000"/>
              </a:lnSpc>
              <a:spcBef>
                <a:spcPts val="1000"/>
              </a:spcBef>
            </a:pPr>
            <a:endParaRPr lang="en-US" sz="2400" kern="1200" dirty="0">
              <a:solidFill>
                <a:schemeClr val="tx1"/>
              </a:solidFill>
              <a:latin typeface="+mn-lt"/>
              <a:ea typeface="+mn-ea"/>
              <a:cs typeface="+mn-cs"/>
            </a:endParaRPr>
          </a:p>
        </p:txBody>
      </p:sp>
      <p:sp>
        <p:nvSpPr>
          <p:cNvPr id="24" name="TextBox 23">
            <a:extLst>
              <a:ext uri="{FF2B5EF4-FFF2-40B4-BE49-F238E27FC236}">
                <a16:creationId xmlns:a16="http://schemas.microsoft.com/office/drawing/2014/main" id="{F1A1210B-FBF1-0704-406F-92A27FAECCF8}"/>
              </a:ext>
            </a:extLst>
          </p:cNvPr>
          <p:cNvSpPr txBox="1"/>
          <p:nvPr/>
        </p:nvSpPr>
        <p:spPr>
          <a:xfrm>
            <a:off x="8013088" y="2981898"/>
            <a:ext cx="3526971"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There are currently 599 customers located in 108 countries.</a:t>
            </a:r>
          </a:p>
          <a:p>
            <a:pPr marL="285750" indent="-285750">
              <a:buFont typeface="Arial" panose="020B0604020202020204" pitchFamily="34" charset="0"/>
              <a:buChar char="•"/>
            </a:pPr>
            <a:endParaRPr lang="en-US" dirty="0"/>
          </a:p>
        </p:txBody>
      </p:sp>
      <p:sp>
        <p:nvSpPr>
          <p:cNvPr id="26" name="TextBox 25">
            <a:extLst>
              <a:ext uri="{FF2B5EF4-FFF2-40B4-BE49-F238E27FC236}">
                <a16:creationId xmlns:a16="http://schemas.microsoft.com/office/drawing/2014/main" id="{37B705AF-7A79-227C-A974-8A080289FDBD}"/>
              </a:ext>
            </a:extLst>
          </p:cNvPr>
          <p:cNvSpPr txBox="1"/>
          <p:nvPr/>
        </p:nvSpPr>
        <p:spPr>
          <a:xfrm>
            <a:off x="8013088" y="4072232"/>
            <a:ext cx="4082143" cy="2031325"/>
          </a:xfrm>
          <a:prstGeom prst="rect">
            <a:avLst/>
          </a:prstGeom>
          <a:noFill/>
        </p:spPr>
        <p:txBody>
          <a:bodyPr wrap="square" rtlCol="0">
            <a:spAutoFit/>
          </a:bodyPr>
          <a:lstStyle/>
          <a:p>
            <a:pPr marL="285750" indent="-285750">
              <a:buFont typeface="Arial" panose="020B0604020202020204" pitchFamily="34" charset="0"/>
              <a:buChar char="•"/>
            </a:pPr>
            <a:r>
              <a:rPr lang="en-US" b="1" dirty="0"/>
              <a:t>Geographic presence is widespread but uneven</a:t>
            </a:r>
            <a:r>
              <a:rPr lang="en-US" dirty="0"/>
              <a:t>, with notable concentrations in North America, Europe, and Asia, while Africa and Australia remain largely untapped markets with growth potential</a:t>
            </a:r>
          </a:p>
        </p:txBody>
      </p:sp>
    </p:spTree>
    <p:extLst>
      <p:ext uri="{BB962C8B-B14F-4D97-AF65-F5344CB8AC3E}">
        <p14:creationId xmlns:p14="http://schemas.microsoft.com/office/powerpoint/2010/main" val="2654193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9619AE-A139-5BB9-A488-1E94122ABFBB}"/>
              </a:ext>
            </a:extLst>
          </p:cNvPr>
          <p:cNvSpPr>
            <a:spLocks noGrp="1"/>
          </p:cNvSpPr>
          <p:nvPr>
            <p:ph type="title"/>
          </p:nvPr>
        </p:nvSpPr>
        <p:spPr>
          <a:xfrm>
            <a:off x="576943" y="775150"/>
            <a:ext cx="11190515" cy="1004836"/>
          </a:xfrm>
        </p:spPr>
        <p:txBody>
          <a:bodyPr anchor="ctr">
            <a:normAutofit fontScale="90000"/>
          </a:bodyPr>
          <a:lstStyle/>
          <a:p>
            <a:pPr algn="ctr"/>
            <a:r>
              <a:rPr lang="en-US" sz="3200" dirty="0">
                <a:solidFill>
                  <a:srgbClr val="595959"/>
                </a:solidFill>
              </a:rPr>
              <a:t>Do sales figures vary between geographic regions?  </a:t>
            </a:r>
            <a:br>
              <a:rPr lang="en-US" sz="3200" dirty="0">
                <a:solidFill>
                  <a:srgbClr val="595959"/>
                </a:solidFill>
              </a:rPr>
            </a:br>
            <a:r>
              <a:rPr lang="en-US" sz="3200" dirty="0">
                <a:solidFill>
                  <a:srgbClr val="595959"/>
                </a:solidFill>
              </a:rPr>
              <a:t>A look at the top 10 Counties</a:t>
            </a:r>
            <a:br>
              <a:rPr lang="en-US" sz="3200" dirty="0">
                <a:solidFill>
                  <a:srgbClr val="595959"/>
                </a:solidFill>
              </a:rPr>
            </a:br>
            <a:endParaRPr lang="en-US" sz="3200" dirty="0">
              <a:solidFill>
                <a:srgbClr val="595959"/>
              </a:solidFill>
            </a:endParaRPr>
          </a:p>
        </p:txBody>
      </p:sp>
      <p:sp>
        <p:nvSpPr>
          <p:cNvPr id="22" name="Rectangle 21">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2">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48032AC-F1EB-0ED8-A7B6-1F5B09D11DDF}"/>
              </a:ext>
            </a:extLst>
          </p:cNvPr>
          <p:cNvSpPr>
            <a:spLocks noGrp="1"/>
          </p:cNvSpPr>
          <p:nvPr>
            <p:ph idx="1"/>
          </p:nvPr>
        </p:nvSpPr>
        <p:spPr>
          <a:xfrm>
            <a:off x="1616054" y="2768321"/>
            <a:ext cx="8959892" cy="2828543"/>
          </a:xfrm>
        </p:spPr>
        <p:txBody>
          <a:bodyPr anchor="t">
            <a:normAutofit/>
          </a:bodyPr>
          <a:lstStyle/>
          <a:p>
            <a:pPr marL="0" indent="0">
              <a:buNone/>
            </a:pPr>
            <a:endParaRPr lang="en-US" sz="2000" dirty="0">
              <a:solidFill>
                <a:schemeClr val="tx1">
                  <a:lumMod val="65000"/>
                  <a:lumOff val="35000"/>
                </a:schemeClr>
              </a:solidFill>
            </a:endParaRPr>
          </a:p>
          <a:p>
            <a:endParaRPr lang="en-US" sz="2000" dirty="0">
              <a:solidFill>
                <a:schemeClr val="tx1">
                  <a:lumMod val="65000"/>
                  <a:lumOff val="35000"/>
                </a:schemeClr>
              </a:solidFill>
            </a:endParaRPr>
          </a:p>
        </p:txBody>
      </p:sp>
      <p:pic>
        <p:nvPicPr>
          <p:cNvPr id="5" name="Picture 4">
            <a:extLst>
              <a:ext uri="{FF2B5EF4-FFF2-40B4-BE49-F238E27FC236}">
                <a16:creationId xmlns:a16="http://schemas.microsoft.com/office/drawing/2014/main" id="{FD7DFEB4-53D4-03DE-A7E2-E18BBE4E0B10}"/>
              </a:ext>
            </a:extLst>
          </p:cNvPr>
          <p:cNvPicPr>
            <a:picLocks noChangeAspect="1"/>
          </p:cNvPicPr>
          <p:nvPr/>
        </p:nvPicPr>
        <p:blipFill>
          <a:blip r:embed="rId2"/>
          <a:stretch>
            <a:fillRect/>
          </a:stretch>
        </p:blipFill>
        <p:spPr>
          <a:xfrm>
            <a:off x="1268778" y="1451281"/>
            <a:ext cx="7707086" cy="4720919"/>
          </a:xfrm>
          <a:prstGeom prst="rect">
            <a:avLst/>
          </a:prstGeom>
        </p:spPr>
      </p:pic>
      <p:sp>
        <p:nvSpPr>
          <p:cNvPr id="7" name="TextBox 6">
            <a:extLst>
              <a:ext uri="{FF2B5EF4-FFF2-40B4-BE49-F238E27FC236}">
                <a16:creationId xmlns:a16="http://schemas.microsoft.com/office/drawing/2014/main" id="{7FD05F13-3544-0108-6840-4F21AB10ABE8}"/>
              </a:ext>
            </a:extLst>
          </p:cNvPr>
          <p:cNvSpPr txBox="1"/>
          <p:nvPr/>
        </p:nvSpPr>
        <p:spPr>
          <a:xfrm>
            <a:off x="7120324" y="2982464"/>
            <a:ext cx="472440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India (60) and China (53) dominate the customer base, accounting for the two largest markets.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Strong presence across diverse regions including North America (US: 36, Mexico: 30), South America (Brazil: 28), and Russia (28), demonstrating successful international market penetration.</a:t>
            </a:r>
          </a:p>
        </p:txBody>
      </p:sp>
    </p:spTree>
    <p:extLst>
      <p:ext uri="{BB962C8B-B14F-4D97-AF65-F5344CB8AC3E}">
        <p14:creationId xmlns:p14="http://schemas.microsoft.com/office/powerpoint/2010/main" val="1567633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8">
            <a:extLst>
              <a:ext uri="{FF2B5EF4-FFF2-40B4-BE49-F238E27FC236}">
                <a16:creationId xmlns:a16="http://schemas.microsoft.com/office/drawing/2014/main" id="{8156AEB6-F8FF-07CB-EECD-8F4E05AAFF18}"/>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dirty="0"/>
              <a:t>Top 10 Cities within the Top 10 </a:t>
            </a:r>
          </a:p>
        </p:txBody>
      </p:sp>
      <p:sp>
        <p:nvSpPr>
          <p:cNvPr id="37" name="Rectangle: Rounded Corners 36">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sp>
        <p:nvSpPr>
          <p:cNvPr id="11" name="Content Placeholder 10">
            <a:extLst>
              <a:ext uri="{FF2B5EF4-FFF2-40B4-BE49-F238E27FC236}">
                <a16:creationId xmlns:a16="http://schemas.microsoft.com/office/drawing/2014/main" id="{ACFE3007-9218-9679-46D8-524E89679F44}"/>
              </a:ext>
            </a:extLst>
          </p:cNvPr>
          <p:cNvSpPr>
            <a:spLocks noGrp="1"/>
          </p:cNvSpPr>
          <p:nvPr>
            <p:ph idx="1"/>
          </p:nvPr>
        </p:nvSpPr>
        <p:spPr>
          <a:xfrm>
            <a:off x="2615738" y="1263807"/>
            <a:ext cx="6960524" cy="598516"/>
          </a:xfrm>
        </p:spPr>
        <p:txBody>
          <a:bodyPr vert="horz" lIns="91440" tIns="45720" rIns="91440" bIns="45720" rtlCol="0" anchor="ctr">
            <a:normAutofit/>
          </a:bodyPr>
          <a:lstStyle/>
          <a:p>
            <a:pPr marL="0" indent="0" algn="ctr">
              <a:buNone/>
            </a:pPr>
            <a:r>
              <a:rPr lang="en-US" sz="2000" dirty="0">
                <a:solidFill>
                  <a:schemeClr val="bg1"/>
                </a:solidFill>
              </a:rPr>
              <a:t>Customer distribution is remarkably even.</a:t>
            </a:r>
          </a:p>
        </p:txBody>
      </p:sp>
      <p:pic>
        <p:nvPicPr>
          <p:cNvPr id="16" name="Picture 15">
            <a:extLst>
              <a:ext uri="{FF2B5EF4-FFF2-40B4-BE49-F238E27FC236}">
                <a16:creationId xmlns:a16="http://schemas.microsoft.com/office/drawing/2014/main" id="{6430047F-65E7-4BC3-A657-31C2C4BAF5D9}"/>
              </a:ext>
            </a:extLst>
          </p:cNvPr>
          <p:cNvPicPr>
            <a:picLocks noChangeAspect="1"/>
          </p:cNvPicPr>
          <p:nvPr/>
        </p:nvPicPr>
        <p:blipFill>
          <a:blip r:embed="rId2"/>
          <a:stretch>
            <a:fillRect/>
          </a:stretch>
        </p:blipFill>
        <p:spPr>
          <a:xfrm>
            <a:off x="8872640" y="2157897"/>
            <a:ext cx="3319360" cy="4096512"/>
          </a:xfrm>
          <a:prstGeom prst="rect">
            <a:avLst/>
          </a:prstGeom>
        </p:spPr>
      </p:pic>
      <p:pic>
        <p:nvPicPr>
          <p:cNvPr id="13" name="Picture 12">
            <a:extLst>
              <a:ext uri="{FF2B5EF4-FFF2-40B4-BE49-F238E27FC236}">
                <a16:creationId xmlns:a16="http://schemas.microsoft.com/office/drawing/2014/main" id="{E80D2F59-7712-FD8E-F363-29F0940EF948}"/>
              </a:ext>
            </a:extLst>
          </p:cNvPr>
          <p:cNvPicPr>
            <a:picLocks noChangeAspect="1"/>
          </p:cNvPicPr>
          <p:nvPr/>
        </p:nvPicPr>
        <p:blipFill>
          <a:blip r:embed="rId3"/>
          <a:stretch>
            <a:fillRect/>
          </a:stretch>
        </p:blipFill>
        <p:spPr>
          <a:xfrm>
            <a:off x="956166" y="2074445"/>
            <a:ext cx="8376528" cy="2554841"/>
          </a:xfrm>
          <a:prstGeom prst="rect">
            <a:avLst/>
          </a:prstGeom>
        </p:spPr>
      </p:pic>
      <p:sp>
        <p:nvSpPr>
          <p:cNvPr id="18" name="TextBox 17">
            <a:extLst>
              <a:ext uri="{FF2B5EF4-FFF2-40B4-BE49-F238E27FC236}">
                <a16:creationId xmlns:a16="http://schemas.microsoft.com/office/drawing/2014/main" id="{FB032829-C99F-ABF5-103C-AE451DC92B19}"/>
              </a:ext>
            </a:extLst>
          </p:cNvPr>
          <p:cNvSpPr txBox="1"/>
          <p:nvPr/>
        </p:nvSpPr>
        <p:spPr>
          <a:xfrm>
            <a:off x="956166" y="5347328"/>
            <a:ext cx="189489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Aurora, USA is the only city with two customers</a:t>
            </a:r>
          </a:p>
        </p:txBody>
      </p:sp>
      <p:sp>
        <p:nvSpPr>
          <p:cNvPr id="19" name="TextBox 18">
            <a:extLst>
              <a:ext uri="{FF2B5EF4-FFF2-40B4-BE49-F238E27FC236}">
                <a16:creationId xmlns:a16="http://schemas.microsoft.com/office/drawing/2014/main" id="{DB496540-E3D0-2685-C22B-7F1E6AC56BD9}"/>
              </a:ext>
            </a:extLst>
          </p:cNvPr>
          <p:cNvSpPr txBox="1"/>
          <p:nvPr/>
        </p:nvSpPr>
        <p:spPr>
          <a:xfrm>
            <a:off x="5348025" y="5347327"/>
            <a:ext cx="3991891" cy="1200329"/>
          </a:xfrm>
          <a:prstGeom prst="rect">
            <a:avLst/>
          </a:prstGeom>
          <a:noFill/>
        </p:spPr>
        <p:txBody>
          <a:bodyPr wrap="square" rtlCol="0">
            <a:spAutoFit/>
          </a:bodyPr>
          <a:lstStyle/>
          <a:p>
            <a:pPr marL="285750" indent="-285750">
              <a:buFont typeface="Arial" panose="020B0604020202020204" pitchFamily="34" charset="0"/>
              <a:buChar char="•"/>
            </a:pPr>
            <a:r>
              <a:rPr lang="en-US" dirty="0"/>
              <a:t>India, China, and Mexico each have 2 cities represented in the top 10, indicating broader geographic penetration within these countries</a:t>
            </a:r>
          </a:p>
        </p:txBody>
      </p:sp>
      <p:sp>
        <p:nvSpPr>
          <p:cNvPr id="20" name="TextBox 19">
            <a:extLst>
              <a:ext uri="{FF2B5EF4-FFF2-40B4-BE49-F238E27FC236}">
                <a16:creationId xmlns:a16="http://schemas.microsoft.com/office/drawing/2014/main" id="{B296F5E8-B2EC-A147-72E4-5AA5C9AD8E96}"/>
              </a:ext>
            </a:extLst>
          </p:cNvPr>
          <p:cNvSpPr txBox="1"/>
          <p:nvPr/>
        </p:nvSpPr>
        <p:spPr>
          <a:xfrm>
            <a:off x="2944088" y="5347327"/>
            <a:ext cx="2310911" cy="923330"/>
          </a:xfrm>
          <a:prstGeom prst="rect">
            <a:avLst/>
          </a:prstGeom>
          <a:noFill/>
        </p:spPr>
        <p:txBody>
          <a:bodyPr wrap="square" rtlCol="0">
            <a:spAutoFit/>
          </a:bodyPr>
          <a:lstStyle/>
          <a:p>
            <a:pPr marL="285750" indent="-285750">
              <a:buFont typeface="Arial" panose="020B0604020202020204" pitchFamily="34" charset="0"/>
              <a:buChar char="•"/>
            </a:pPr>
            <a:r>
              <a:rPr lang="en-US" dirty="0"/>
              <a:t>All other top cities have exactly 1 customer each </a:t>
            </a:r>
          </a:p>
        </p:txBody>
      </p:sp>
    </p:spTree>
    <p:extLst>
      <p:ext uri="{BB962C8B-B14F-4D97-AF65-F5344CB8AC3E}">
        <p14:creationId xmlns:p14="http://schemas.microsoft.com/office/powerpoint/2010/main" val="1050050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9E6130-B24F-D109-725E-8C265CC6BE03}"/>
              </a:ext>
            </a:extLst>
          </p:cNvPr>
          <p:cNvSpPr>
            <a:spLocks noGrp="1"/>
          </p:cNvSpPr>
          <p:nvPr>
            <p:ph type="title"/>
          </p:nvPr>
        </p:nvSpPr>
        <p:spPr>
          <a:xfrm>
            <a:off x="851183" y="1143000"/>
            <a:ext cx="4846320" cy="1537252"/>
          </a:xfrm>
        </p:spPr>
        <p:txBody>
          <a:bodyPr vert="horz" lIns="91440" tIns="45720" rIns="91440" bIns="45720" rtlCol="0" anchor="b">
            <a:normAutofit fontScale="90000"/>
          </a:bodyPr>
          <a:lstStyle/>
          <a:p>
            <a:r>
              <a:rPr lang="en-US" sz="5400" dirty="0"/>
              <a:t>Top Paying Customers</a:t>
            </a:r>
          </a:p>
        </p:txBody>
      </p:sp>
      <p:sp>
        <p:nvSpPr>
          <p:cNvPr id="16" name="Rectangle 15">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82975"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0AC5A851-CA29-1DC6-7A39-7F863D607082}"/>
              </a:ext>
            </a:extLst>
          </p:cNvPr>
          <p:cNvPicPr>
            <a:picLocks noChangeAspect="1"/>
          </p:cNvPicPr>
          <p:nvPr/>
        </p:nvPicPr>
        <p:blipFill>
          <a:blip r:embed="rId2"/>
          <a:stretch>
            <a:fillRect/>
          </a:stretch>
        </p:blipFill>
        <p:spPr>
          <a:xfrm>
            <a:off x="6260956" y="1070162"/>
            <a:ext cx="5441001" cy="2774910"/>
          </a:xfrm>
          <a:prstGeom prst="rect">
            <a:avLst/>
          </a:prstGeom>
        </p:spPr>
      </p:pic>
      <p:sp>
        <p:nvSpPr>
          <p:cNvPr id="18" name="Rectangle 17">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97" y="4177748"/>
            <a:ext cx="482440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696BC031-AAFB-6856-E83B-EB3E7F4E9A23}"/>
              </a:ext>
            </a:extLst>
          </p:cNvPr>
          <p:cNvPicPr>
            <a:picLocks noChangeAspect="1"/>
          </p:cNvPicPr>
          <p:nvPr/>
        </p:nvPicPr>
        <p:blipFill>
          <a:blip r:embed="rId3"/>
          <a:stretch>
            <a:fillRect/>
          </a:stretch>
        </p:blipFill>
        <p:spPr>
          <a:xfrm>
            <a:off x="6260956" y="3706655"/>
            <a:ext cx="5441001" cy="2774911"/>
          </a:xfrm>
          <a:prstGeom prst="rect">
            <a:avLst/>
          </a:prstGeom>
        </p:spPr>
      </p:pic>
      <p:sp>
        <p:nvSpPr>
          <p:cNvPr id="12" name="TextBox 11">
            <a:extLst>
              <a:ext uri="{FF2B5EF4-FFF2-40B4-BE49-F238E27FC236}">
                <a16:creationId xmlns:a16="http://schemas.microsoft.com/office/drawing/2014/main" id="{C6592C60-F69A-EEEE-FFC7-37557B735B19}"/>
              </a:ext>
            </a:extLst>
          </p:cNvPr>
          <p:cNvSpPr txBox="1"/>
          <p:nvPr/>
        </p:nvSpPr>
        <p:spPr>
          <a:xfrm>
            <a:off x="490043" y="2783325"/>
            <a:ext cx="5280870" cy="1477328"/>
          </a:xfrm>
          <a:prstGeom prst="rect">
            <a:avLst/>
          </a:prstGeom>
          <a:noFill/>
        </p:spPr>
        <p:txBody>
          <a:bodyPr wrap="square">
            <a:spAutoFit/>
          </a:bodyPr>
          <a:lstStyle/>
          <a:p>
            <a:pPr marL="285750" indent="-285750">
              <a:buFont typeface="Arial" panose="020B0604020202020204" pitchFamily="34" charset="0"/>
              <a:buChar char="•"/>
            </a:pPr>
            <a:r>
              <a:rPr lang="en-US" dirty="0"/>
              <a:t>Top three customers are geographically diverse</a:t>
            </a:r>
          </a:p>
          <a:p>
            <a:pPr marL="285750" indent="-285750">
              <a:buFont typeface="Arial" panose="020B0604020202020204" pitchFamily="34" charset="0"/>
              <a:buChar char="•"/>
            </a:pPr>
            <a:r>
              <a:rPr lang="en-US" dirty="0"/>
              <a:t>Revenue concentration is relatively tight: with only a $46 difference  between top ten customers.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52255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9E017C82-BEE5-FD40-760B-8B10CD82DE49}"/>
              </a:ext>
            </a:extLst>
          </p:cNvPr>
          <p:cNvSpPr/>
          <p:nvPr/>
        </p:nvSpPr>
        <p:spPr>
          <a:xfrm>
            <a:off x="185057" y="137139"/>
            <a:ext cx="11756572" cy="1225000"/>
          </a:xfrm>
          <a:prstGeom prst="flowChartAlternateProcess">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0DDF35-C24F-2776-D705-A4AA173B57FA}"/>
              </a:ext>
            </a:extLst>
          </p:cNvPr>
          <p:cNvSpPr>
            <a:spLocks noGrp="1"/>
          </p:cNvSpPr>
          <p:nvPr>
            <p:ph type="title"/>
          </p:nvPr>
        </p:nvSpPr>
        <p:spPr>
          <a:xfrm>
            <a:off x="250371" y="204569"/>
            <a:ext cx="10515600" cy="1325563"/>
          </a:xfrm>
        </p:spPr>
        <p:txBody>
          <a:bodyPr/>
          <a:lstStyle/>
          <a:p>
            <a:r>
              <a:rPr lang="en-US" dirty="0"/>
              <a:t>Strategic insights</a:t>
            </a:r>
            <a:br>
              <a:rPr lang="en-US" dirty="0"/>
            </a:br>
            <a:endParaRPr lang="en-US" dirty="0"/>
          </a:p>
        </p:txBody>
      </p:sp>
      <p:sp>
        <p:nvSpPr>
          <p:cNvPr id="3" name="Content Placeholder 2">
            <a:extLst>
              <a:ext uri="{FF2B5EF4-FFF2-40B4-BE49-F238E27FC236}">
                <a16:creationId xmlns:a16="http://schemas.microsoft.com/office/drawing/2014/main" id="{65938C1E-7836-568C-B6BA-B0F0ACA20933}"/>
              </a:ext>
            </a:extLst>
          </p:cNvPr>
          <p:cNvSpPr>
            <a:spLocks noGrp="1"/>
          </p:cNvSpPr>
          <p:nvPr>
            <p:ph idx="1"/>
          </p:nvPr>
        </p:nvSpPr>
        <p:spPr>
          <a:xfrm>
            <a:off x="32656" y="1530132"/>
            <a:ext cx="6270172" cy="3685608"/>
          </a:xfrm>
        </p:spPr>
        <p:txBody>
          <a:bodyPr>
            <a:normAutofit/>
          </a:bodyPr>
          <a:lstStyle/>
          <a:p>
            <a:pPr marL="0" indent="0">
              <a:buNone/>
            </a:pPr>
            <a:r>
              <a:rPr lang="en-US" sz="2000" b="1" dirty="0"/>
              <a:t>Revenue Drivers: </a:t>
            </a:r>
          </a:p>
          <a:p>
            <a:r>
              <a:rPr lang="en-US" sz="2000" dirty="0"/>
              <a:t> Sports, Sci-Fi, and Animation genres are the clear revenue leaders, collectively generating the majority of total revenue.</a:t>
            </a:r>
          </a:p>
          <a:p>
            <a:r>
              <a:rPr lang="en-US" sz="2000" dirty="0"/>
              <a:t>PG-13 rated films dominate revenue, capturing the broadest audience demographic of teens and adults.</a:t>
            </a:r>
          </a:p>
        </p:txBody>
      </p:sp>
      <p:sp>
        <p:nvSpPr>
          <p:cNvPr id="6" name="TextBox 5">
            <a:extLst>
              <a:ext uri="{FF2B5EF4-FFF2-40B4-BE49-F238E27FC236}">
                <a16:creationId xmlns:a16="http://schemas.microsoft.com/office/drawing/2014/main" id="{905B4D5C-ABA3-2E31-B716-E03605F44898}"/>
              </a:ext>
            </a:extLst>
          </p:cNvPr>
          <p:cNvSpPr txBox="1"/>
          <p:nvPr/>
        </p:nvSpPr>
        <p:spPr>
          <a:xfrm>
            <a:off x="185057" y="3964908"/>
            <a:ext cx="6618515" cy="2031325"/>
          </a:xfrm>
          <a:prstGeom prst="rect">
            <a:avLst/>
          </a:prstGeom>
          <a:noFill/>
        </p:spPr>
        <p:txBody>
          <a:bodyPr wrap="square" rtlCol="0">
            <a:spAutoFit/>
          </a:bodyPr>
          <a:lstStyle/>
          <a:p>
            <a:r>
              <a:rPr lang="en-US" b="1" dirty="0"/>
              <a:t>Rating Performance:</a:t>
            </a:r>
          </a:p>
          <a:p>
            <a:endParaRPr lang="en-US" b="1" dirty="0"/>
          </a:p>
          <a:p>
            <a:pPr marL="285750" indent="-285750">
              <a:buFont typeface="Arial" panose="020B0604020202020204" pitchFamily="34" charset="0"/>
              <a:buChar char="•"/>
            </a:pPr>
            <a:r>
              <a:rPr lang="en-US" dirty="0"/>
              <a:t>Revenue distribution across rating categories is relatively balanced, with only a $3,344 difference between highest and lowest performers</a:t>
            </a:r>
          </a:p>
          <a:p>
            <a:pPr marL="285750" indent="-285750">
              <a:buFont typeface="Arial" panose="020B0604020202020204" pitchFamily="34" charset="0"/>
              <a:buChar char="•"/>
            </a:pPr>
            <a:r>
              <a:rPr lang="en-US" dirty="0"/>
              <a:t>PG-13's dominance suggests family-friendly content with broad appeal drives the most engagement and profitability</a:t>
            </a:r>
          </a:p>
        </p:txBody>
      </p:sp>
      <p:graphicFrame>
        <p:nvGraphicFramePr>
          <p:cNvPr id="16" name="TextBox 4">
            <a:extLst>
              <a:ext uri="{FF2B5EF4-FFF2-40B4-BE49-F238E27FC236}">
                <a16:creationId xmlns:a16="http://schemas.microsoft.com/office/drawing/2014/main" id="{598EB997-8F33-8FB5-A5DD-887F3CEF50B0}"/>
              </a:ext>
            </a:extLst>
          </p:cNvPr>
          <p:cNvGraphicFramePr/>
          <p:nvPr>
            <p:extLst>
              <p:ext uri="{D42A27DB-BD31-4B8C-83A1-F6EECF244321}">
                <p14:modId xmlns:p14="http://schemas.microsoft.com/office/powerpoint/2010/main" val="1605640341"/>
              </p:ext>
            </p:extLst>
          </p:nvPr>
        </p:nvGraphicFramePr>
        <p:xfrm>
          <a:off x="7173687" y="1200719"/>
          <a:ext cx="4256314" cy="4801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3388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64D078-184A-6B09-A1E9-C672E7337F6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DC454E-4FA1-CD20-F86E-FC9B58D6F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9E3318-5F1B-C5A3-6AC2-E67C2E12EBE3}"/>
              </a:ext>
            </a:extLst>
          </p:cNvPr>
          <p:cNvSpPr>
            <a:spLocks noGrp="1"/>
          </p:cNvSpPr>
          <p:nvPr>
            <p:ph type="title"/>
          </p:nvPr>
        </p:nvSpPr>
        <p:spPr>
          <a:xfrm>
            <a:off x="838200" y="365125"/>
            <a:ext cx="10515600" cy="1325563"/>
          </a:xfrm>
        </p:spPr>
        <p:txBody>
          <a:bodyPr>
            <a:normAutofit/>
          </a:bodyPr>
          <a:lstStyle/>
          <a:p>
            <a:r>
              <a:rPr lang="en-US" sz="5400" dirty="0"/>
              <a:t>Recommendations </a:t>
            </a:r>
          </a:p>
        </p:txBody>
      </p:sp>
      <p:sp>
        <p:nvSpPr>
          <p:cNvPr id="10" name="sketch line">
            <a:extLst>
              <a:ext uri="{FF2B5EF4-FFF2-40B4-BE49-F238E27FC236}">
                <a16:creationId xmlns:a16="http://schemas.microsoft.com/office/drawing/2014/main" id="{183340E4-7591-D5F8-7A63-968BF8EC9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32B7DB-98BB-BE56-F38E-19B3CA55339E}"/>
              </a:ext>
            </a:extLst>
          </p:cNvPr>
          <p:cNvSpPr>
            <a:spLocks noGrp="1"/>
          </p:cNvSpPr>
          <p:nvPr>
            <p:ph idx="1"/>
          </p:nvPr>
        </p:nvSpPr>
        <p:spPr>
          <a:xfrm>
            <a:off x="669036" y="1767969"/>
            <a:ext cx="3516086" cy="3665873"/>
          </a:xfrm>
        </p:spPr>
        <p:txBody>
          <a:bodyPr>
            <a:normAutofit fontScale="85000" lnSpcReduction="20000"/>
          </a:bodyPr>
          <a:lstStyle/>
          <a:p>
            <a:pPr marL="0" indent="0">
              <a:buNone/>
            </a:pPr>
            <a:r>
              <a:rPr lang="en-US" sz="2400" b="1" dirty="0"/>
              <a:t>Content Strategy:</a:t>
            </a:r>
          </a:p>
          <a:p>
            <a:r>
              <a:rPr lang="en-US" sz="2000" dirty="0"/>
              <a:t>Prioritize high-performing genres: Invest heavily in Sports, Sci-Fi, and Animation content for the streaming library, as these genres have proven revenue generation capability.</a:t>
            </a:r>
          </a:p>
          <a:p>
            <a:r>
              <a:rPr lang="en-US" sz="2000" dirty="0"/>
              <a:t>Focus on PG-13 content: Build a robust catalog of PG-13 rated films and shows to capture the broadest possible audience</a:t>
            </a:r>
          </a:p>
          <a:p>
            <a:r>
              <a:rPr lang="en-US" sz="2000" dirty="0"/>
              <a:t>Evaluate underperforming genres: Consider strategic reduction or reimagining of Thriller content, or identify niche opportunities to improve performance</a:t>
            </a:r>
          </a:p>
        </p:txBody>
      </p:sp>
      <p:sp>
        <p:nvSpPr>
          <p:cNvPr id="4" name="TextBox 3">
            <a:extLst>
              <a:ext uri="{FF2B5EF4-FFF2-40B4-BE49-F238E27FC236}">
                <a16:creationId xmlns:a16="http://schemas.microsoft.com/office/drawing/2014/main" id="{EA1A71B4-DEFC-8C29-D91E-D93CF2394C94}"/>
              </a:ext>
            </a:extLst>
          </p:cNvPr>
          <p:cNvSpPr txBox="1"/>
          <p:nvPr/>
        </p:nvSpPr>
        <p:spPr>
          <a:xfrm>
            <a:off x="4185123" y="1732700"/>
            <a:ext cx="4042954" cy="4001095"/>
          </a:xfrm>
          <a:prstGeom prst="rect">
            <a:avLst/>
          </a:prstGeom>
          <a:noFill/>
        </p:spPr>
        <p:txBody>
          <a:bodyPr wrap="square" rtlCol="0">
            <a:spAutoFit/>
          </a:bodyPr>
          <a:lstStyle/>
          <a:p>
            <a:r>
              <a:rPr lang="en-US" sz="2000" b="1" dirty="0"/>
              <a:t>Geographic Expansion Strategy:</a:t>
            </a:r>
          </a:p>
          <a:p>
            <a:r>
              <a:rPr lang="en-US" dirty="0"/>
              <a:t>Phase 1 - Strengthen existing markets: Launch streaming service first in India and China, leveraging the established customer base and market familiarity</a:t>
            </a:r>
          </a:p>
          <a:p>
            <a:r>
              <a:rPr lang="en-US" dirty="0"/>
              <a:t>Phase 2 - Expand to proven markets: Roll out to North America (US, Mexico), Russia, and Brazil where strong customer presence already exists</a:t>
            </a:r>
          </a:p>
          <a:p>
            <a:r>
              <a:rPr lang="en-US" dirty="0"/>
              <a:t>Phase 3 - Target growth markets: Develop strategic entry plans for Africa and Australia, which show minimal current penetration but represent significant untapped revenue potential</a:t>
            </a:r>
          </a:p>
        </p:txBody>
      </p:sp>
      <p:sp>
        <p:nvSpPr>
          <p:cNvPr id="5" name="TextBox 4">
            <a:extLst>
              <a:ext uri="{FF2B5EF4-FFF2-40B4-BE49-F238E27FC236}">
                <a16:creationId xmlns:a16="http://schemas.microsoft.com/office/drawing/2014/main" id="{08E7E3BA-DFED-3E69-6F21-3B13F61AEB23}"/>
              </a:ext>
            </a:extLst>
          </p:cNvPr>
          <p:cNvSpPr txBox="1"/>
          <p:nvPr/>
        </p:nvSpPr>
        <p:spPr>
          <a:xfrm>
            <a:off x="8346295" y="1767969"/>
            <a:ext cx="3442934" cy="3724096"/>
          </a:xfrm>
          <a:prstGeom prst="rect">
            <a:avLst/>
          </a:prstGeom>
          <a:noFill/>
        </p:spPr>
        <p:txBody>
          <a:bodyPr wrap="square" rtlCol="0">
            <a:spAutoFit/>
          </a:bodyPr>
          <a:lstStyle/>
          <a:p>
            <a:r>
              <a:rPr lang="en-US" sz="2000" b="1" dirty="0"/>
              <a:t>Performance Monitoring:</a:t>
            </a:r>
          </a:p>
          <a:p>
            <a:r>
              <a:rPr lang="en-US" dirty="0"/>
              <a:t>Establish KPIs tracking regional adoption rates, genre preferences by market, and revenue per </a:t>
            </a:r>
            <a:r>
              <a:rPr lang="en-US" dirty="0" err="1"/>
              <a:t>customerUse</a:t>
            </a:r>
            <a:r>
              <a:rPr lang="en-US" dirty="0"/>
              <a:t> SQL and Tableau dashboards to continuously monitor streaming metrics and adjust content </a:t>
            </a:r>
            <a:r>
              <a:rPr lang="en-US" dirty="0" err="1"/>
              <a:t>strategyConduct</a:t>
            </a:r>
            <a:r>
              <a:rPr lang="en-US" dirty="0"/>
              <a:t> A/B testing on content recommendations to optimize engagement across different rating categories and genres</a:t>
            </a:r>
          </a:p>
        </p:txBody>
      </p:sp>
    </p:spTree>
    <p:extLst>
      <p:ext uri="{BB962C8B-B14F-4D97-AF65-F5344CB8AC3E}">
        <p14:creationId xmlns:p14="http://schemas.microsoft.com/office/powerpoint/2010/main" val="636653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Rectangle 3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364696-A2B2-C8EE-3E1B-F7AAE9F0F3A7}"/>
              </a:ext>
            </a:extLst>
          </p:cNvPr>
          <p:cNvSpPr>
            <a:spLocks noGrp="1"/>
          </p:cNvSpPr>
          <p:nvPr>
            <p:ph type="title"/>
          </p:nvPr>
        </p:nvSpPr>
        <p:spPr>
          <a:xfrm>
            <a:off x="1115568" y="548640"/>
            <a:ext cx="10168128" cy="1179576"/>
          </a:xfrm>
        </p:spPr>
        <p:txBody>
          <a:bodyPr>
            <a:normAutofit/>
          </a:bodyPr>
          <a:lstStyle/>
          <a:p>
            <a:r>
              <a:rPr lang="en-US" sz="4000" dirty="0"/>
              <a:t>Links:</a:t>
            </a:r>
          </a:p>
        </p:txBody>
      </p:sp>
      <p:sp>
        <p:nvSpPr>
          <p:cNvPr id="33" name="Rectangle 3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Content Placeholder 2">
            <a:extLst>
              <a:ext uri="{FF2B5EF4-FFF2-40B4-BE49-F238E27FC236}">
                <a16:creationId xmlns:a16="http://schemas.microsoft.com/office/drawing/2014/main" id="{1460018A-15F4-918C-D5B7-3A8A63B097D0}"/>
              </a:ext>
            </a:extLst>
          </p:cNvPr>
          <p:cNvSpPr>
            <a:spLocks noGrp="1"/>
          </p:cNvSpPr>
          <p:nvPr>
            <p:ph idx="1"/>
          </p:nvPr>
        </p:nvSpPr>
        <p:spPr>
          <a:xfrm>
            <a:off x="1115568" y="2481943"/>
            <a:ext cx="10168128" cy="3695020"/>
          </a:xfrm>
        </p:spPr>
        <p:txBody>
          <a:bodyPr>
            <a:normAutofit fontScale="92500"/>
          </a:bodyPr>
          <a:lstStyle/>
          <a:p>
            <a:r>
              <a:rPr lang="en-US" sz="2000" dirty="0"/>
              <a:t>Revenue by Genre: </a:t>
            </a:r>
            <a:r>
              <a:rPr lang="en-US" sz="1400" dirty="0">
                <a:hlinkClick r:id="rId2"/>
              </a:rPr>
              <a:t>https://public.tableau.com/app/profile/whitney.hardy/viz/RevenuebyGenres/RevenuebyGenre?publish=yes</a:t>
            </a:r>
            <a:endParaRPr lang="en-US" sz="1400" dirty="0"/>
          </a:p>
          <a:p>
            <a:r>
              <a:rPr lang="en-US" sz="2000" dirty="0"/>
              <a:t>Revenue by Ratings: </a:t>
            </a:r>
            <a:r>
              <a:rPr lang="en-US" sz="1400" dirty="0">
                <a:hlinkClick r:id="rId3"/>
              </a:rPr>
              <a:t>https://public.tableau.com/app/profile/whitney.hardy/viz/TotalRevenuebyFilmRating_17606518030170/Sheet1?publish=yes</a:t>
            </a:r>
            <a:endParaRPr lang="en-US" sz="1400" dirty="0"/>
          </a:p>
          <a:p>
            <a:pPr lvl="0">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Customers by Country: </a:t>
            </a:r>
            <a:r>
              <a:rPr lang="en-US" sz="1400" dirty="0">
                <a:solidFill>
                  <a:prstClr val="black"/>
                </a:solidFill>
                <a:hlinkClick r:id="rId4"/>
              </a:rPr>
              <a:t>https://public.tableau.com/app/profile/whitney.hardy/viz/CustomersMap_17607245355670/CustomersMap?publish=yes</a:t>
            </a:r>
            <a:endParaRPr lang="en-US" sz="1400" dirty="0">
              <a:solidFill>
                <a:prstClr val="black"/>
              </a:solidFill>
            </a:endParaRPr>
          </a:p>
          <a:p>
            <a:pPr lvl="0">
              <a:defRPr/>
            </a:pPr>
            <a:r>
              <a:rPr lang="en-US" sz="2000" dirty="0"/>
              <a:t>Top 10 countries: </a:t>
            </a:r>
            <a:r>
              <a:rPr lang="en-US" sz="1400" dirty="0">
                <a:hlinkClick r:id="rId5"/>
              </a:rPr>
              <a:t>https://public.tableau.com/app/profile/whitney.hardy/viz/Top10CountriesbyCustomerCount_17607271281400/Sheet1?publish=yes</a:t>
            </a:r>
            <a:endParaRPr lang="en-US" sz="1400" dirty="0"/>
          </a:p>
          <a:p>
            <a:pPr lvl="0">
              <a:defRPr/>
            </a:pPr>
            <a:r>
              <a:rPr lang="en-US" sz="2000" dirty="0"/>
              <a:t>Top 10 Cities: </a:t>
            </a:r>
            <a:r>
              <a:rPr lang="en-US" sz="1500" dirty="0">
                <a:hlinkClick r:id="rId6"/>
              </a:rPr>
              <a:t>https://public.tableau.com/app/profile/whitney.hardy/viz/TopCitiesinTopCountries_17607282149500/TopCitiesBarChart?publish=yes</a:t>
            </a:r>
            <a:endParaRPr lang="en-US" sz="2000" dirty="0"/>
          </a:p>
          <a:p>
            <a:r>
              <a:rPr lang="en-US" sz="2000" dirty="0"/>
              <a:t>Top Customers: </a:t>
            </a:r>
            <a:r>
              <a:rPr lang="en-US" sz="1500" dirty="0">
                <a:hlinkClick r:id="rId7"/>
              </a:rPr>
              <a:t>https://public.tableau.com/app/profile/whitney.hardy/viz/Top10Customers_17607314176970/TopCustomerBar?publish=yes</a:t>
            </a:r>
            <a:endParaRPr lang="en-US" sz="1500" dirty="0"/>
          </a:p>
          <a:p>
            <a:endParaRPr lang="en-US" sz="2000" dirty="0"/>
          </a:p>
          <a:p>
            <a:pPr marL="0" indent="0">
              <a:buNone/>
            </a:pPr>
            <a:endParaRPr lang="en-US" sz="2200" dirty="0"/>
          </a:p>
          <a:p>
            <a:endParaRPr lang="en-US" sz="2200" dirty="0"/>
          </a:p>
          <a:p>
            <a:endParaRPr lang="en-US" sz="2200" dirty="0"/>
          </a:p>
        </p:txBody>
      </p:sp>
    </p:spTree>
    <p:extLst>
      <p:ext uri="{BB962C8B-B14F-4D97-AF65-F5344CB8AC3E}">
        <p14:creationId xmlns:p14="http://schemas.microsoft.com/office/powerpoint/2010/main" val="1083651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40BD55-D6DF-4058-DD0D-0B6980C12D82}"/>
              </a:ext>
            </a:extLst>
          </p:cNvPr>
          <p:cNvSpPr>
            <a:spLocks noGrp="1"/>
          </p:cNvSpPr>
          <p:nvPr>
            <p:ph type="title"/>
          </p:nvPr>
        </p:nvSpPr>
        <p:spPr>
          <a:xfrm>
            <a:off x="648037" y="1298448"/>
            <a:ext cx="5895178" cy="4099642"/>
          </a:xfrm>
        </p:spPr>
        <p:txBody>
          <a:bodyPr vert="horz" lIns="91440" tIns="45720" rIns="91440" bIns="45720" rtlCol="0" anchor="b">
            <a:normAutofit/>
          </a:bodyPr>
          <a:lstStyle/>
          <a:p>
            <a:r>
              <a:rPr lang="en-US" sz="6600" kern="1200">
                <a:solidFill>
                  <a:srgbClr val="FFFFFF"/>
                </a:solidFill>
                <a:latin typeface="+mj-lt"/>
                <a:ea typeface="+mj-ea"/>
                <a:cs typeface="+mj-cs"/>
              </a:rPr>
              <a:t>Thank You For Your Time</a:t>
            </a:r>
          </a:p>
        </p:txBody>
      </p:sp>
      <p:sp>
        <p:nvSpPr>
          <p:cNvPr id="3" name="Content Placeholder 2">
            <a:extLst>
              <a:ext uri="{FF2B5EF4-FFF2-40B4-BE49-F238E27FC236}">
                <a16:creationId xmlns:a16="http://schemas.microsoft.com/office/drawing/2014/main" id="{D79610AD-069D-D79A-7542-33C4B453945C}"/>
              </a:ext>
            </a:extLst>
          </p:cNvPr>
          <p:cNvSpPr>
            <a:spLocks noGrp="1"/>
          </p:cNvSpPr>
          <p:nvPr>
            <p:ph idx="1"/>
          </p:nvPr>
        </p:nvSpPr>
        <p:spPr>
          <a:xfrm>
            <a:off x="7848600" y="1122363"/>
            <a:ext cx="3505200" cy="4269549"/>
          </a:xfrm>
        </p:spPr>
        <p:txBody>
          <a:bodyPr vert="horz" lIns="91440" tIns="45720" rIns="91440" bIns="45720" rtlCol="0" anchor="b">
            <a:normAutofit/>
          </a:bodyPr>
          <a:lstStyle/>
          <a:p>
            <a:pPr marL="0" indent="0">
              <a:buNone/>
            </a:pPr>
            <a:r>
              <a:rPr lang="en-US" sz="2400" kern="1200">
                <a:solidFill>
                  <a:schemeClr val="tx1"/>
                </a:solidFill>
                <a:latin typeface="+mn-lt"/>
                <a:ea typeface="+mn-ea"/>
                <a:cs typeface="+mn-cs"/>
              </a:rPr>
              <a:t>Please reach out to </a:t>
            </a:r>
            <a:r>
              <a:rPr lang="en-US" sz="2400" kern="1200">
                <a:solidFill>
                  <a:schemeClr val="tx1"/>
                </a:solidFill>
                <a:latin typeface="+mn-lt"/>
                <a:ea typeface="+mn-ea"/>
                <a:cs typeface="+mn-cs"/>
                <a:hlinkClick r:id="rId2"/>
              </a:rPr>
              <a:t>whardy@rockbuster.com</a:t>
            </a:r>
            <a:r>
              <a:rPr lang="en-US" sz="2400" kern="1200">
                <a:solidFill>
                  <a:schemeClr val="tx1"/>
                </a:solidFill>
                <a:latin typeface="+mn-lt"/>
                <a:ea typeface="+mn-ea"/>
                <a:cs typeface="+mn-cs"/>
              </a:rPr>
              <a:t> with ant further questions</a:t>
            </a:r>
          </a:p>
        </p:txBody>
      </p:sp>
      <p:sp>
        <p:nvSpPr>
          <p:cNvPr id="12" name="sketch line 1">
            <a:extLst>
              <a:ext uri="{FF2B5EF4-FFF2-40B4-BE49-F238E27FC236}">
                <a16:creationId xmlns:a16="http://schemas.microsoft.com/office/drawing/2014/main" id="{32C5B66D-E390-4A14-AB60-69626CBF2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62635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646273DA-F933-4D17-A5FE-B1EF87FD7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onnsiteX0" fmla="*/ 0 w 3479619"/>
              <a:gd name="connsiteY0" fmla="*/ 0 h 18288"/>
              <a:gd name="connsiteX1" fmla="*/ 661128 w 3479619"/>
              <a:gd name="connsiteY1" fmla="*/ 0 h 18288"/>
              <a:gd name="connsiteX2" fmla="*/ 1357051 w 3479619"/>
              <a:gd name="connsiteY2" fmla="*/ 0 h 18288"/>
              <a:gd name="connsiteX3" fmla="*/ 2087771 w 3479619"/>
              <a:gd name="connsiteY3" fmla="*/ 0 h 18288"/>
              <a:gd name="connsiteX4" fmla="*/ 2818491 w 3479619"/>
              <a:gd name="connsiteY4" fmla="*/ 0 h 18288"/>
              <a:gd name="connsiteX5" fmla="*/ 3479619 w 3479619"/>
              <a:gd name="connsiteY5" fmla="*/ 0 h 18288"/>
              <a:gd name="connsiteX6" fmla="*/ 3479619 w 3479619"/>
              <a:gd name="connsiteY6" fmla="*/ 18288 h 18288"/>
              <a:gd name="connsiteX7" fmla="*/ 2714103 w 3479619"/>
              <a:gd name="connsiteY7" fmla="*/ 18288 h 18288"/>
              <a:gd name="connsiteX8" fmla="*/ 1948587 w 3479619"/>
              <a:gd name="connsiteY8" fmla="*/ 18288 h 18288"/>
              <a:gd name="connsiteX9" fmla="*/ 1252663 w 3479619"/>
              <a:gd name="connsiteY9" fmla="*/ 18288 h 18288"/>
              <a:gd name="connsiteX10" fmla="*/ 0 w 3479619"/>
              <a:gd name="connsiteY10" fmla="*/ 18288 h 18288"/>
              <a:gd name="connsiteX11" fmla="*/ 0 w 3479619"/>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508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14511</TotalTime>
  <Words>1220</Words>
  <Application>Microsoft Office PowerPoint</Application>
  <PresentationFormat>Widescreen</PresentationFormat>
  <Paragraphs>90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Avenir Next LT Pro</vt:lpstr>
      <vt:lpstr>Calibri</vt:lpstr>
      <vt:lpstr>Office Theme</vt:lpstr>
      <vt:lpstr>Rockbuster Streaming Services: Data Driven Insights to Support an  Online Launch </vt:lpstr>
      <vt:lpstr>Project Overview:</vt:lpstr>
      <vt:lpstr>Key Business Questions:</vt:lpstr>
      <vt:lpstr>Key Rental Metrics Overview  </vt:lpstr>
      <vt:lpstr>Which movies contributed the most/least to revenue gain?  </vt:lpstr>
      <vt:lpstr>Which movies contributed the most/least to revenue gain?  </vt:lpstr>
      <vt:lpstr>Where are Rockbuster customer located?</vt:lpstr>
      <vt:lpstr>Do sales figures vary between geographic regions?   A look at the top 10 Counties </vt:lpstr>
      <vt:lpstr>Top 10 Cities within the Top 10 </vt:lpstr>
      <vt:lpstr>Top Paying Customers</vt:lpstr>
      <vt:lpstr>Strategic insights </vt:lpstr>
      <vt:lpstr>Recommendations </vt:lpstr>
      <vt:lpstr>Links:</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Whitney Hardy</dc:creator>
  <cp:lastModifiedBy>Whitney Hardy</cp:lastModifiedBy>
  <cp:revision>1</cp:revision>
  <dcterms:created xsi:type="dcterms:W3CDTF">2025-10-07T20:39:01Z</dcterms:created>
  <dcterms:modified xsi:type="dcterms:W3CDTF">2025-10-17T22:30:58Z</dcterms:modified>
</cp:coreProperties>
</file>